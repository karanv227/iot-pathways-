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697417"/>
            <a:ext cx="14723744" cy="589915"/>
          </a:xfrm>
          <a:custGeom>
            <a:avLst/>
            <a:gdLst/>
            <a:ahLst/>
            <a:cxnLst/>
            <a:rect l="l" t="t" r="r" b="b"/>
            <a:pathLst>
              <a:path w="14723744" h="589915">
                <a:moveTo>
                  <a:pt x="0" y="0"/>
                </a:moveTo>
                <a:lnTo>
                  <a:pt x="14723373" y="0"/>
                </a:lnTo>
                <a:lnTo>
                  <a:pt x="14723373" y="589582"/>
                </a:lnTo>
                <a:lnTo>
                  <a:pt x="0" y="589582"/>
                </a:lnTo>
                <a:lnTo>
                  <a:pt x="0" y="0"/>
                </a:lnTo>
                <a:close/>
              </a:path>
            </a:pathLst>
          </a:custGeom>
          <a:solidFill>
            <a:srgbClr val="CB4E0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77574" y="1415194"/>
            <a:ext cx="9579610" cy="198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95616" y="3016335"/>
            <a:ext cx="13609319" cy="596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7.jpg"/><Relationship Id="rId10" Type="http://schemas.openxmlformats.org/officeDocument/2006/relationships/image" Target="../media/image1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7.jp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22555" y="6474952"/>
            <a:ext cx="3865879" cy="3812540"/>
            <a:chOff x="14422555" y="6474952"/>
            <a:chExt cx="3865879" cy="3812540"/>
          </a:xfrm>
        </p:grpSpPr>
        <p:sp>
          <p:nvSpPr>
            <p:cNvPr id="3" name="object 3"/>
            <p:cNvSpPr/>
            <p:nvPr/>
          </p:nvSpPr>
          <p:spPr>
            <a:xfrm>
              <a:off x="16068360" y="7663166"/>
              <a:ext cx="2219960" cy="2624455"/>
            </a:xfrm>
            <a:custGeom>
              <a:avLst/>
              <a:gdLst/>
              <a:ahLst/>
              <a:cxnLst/>
              <a:rect l="l" t="t" r="r" b="b"/>
              <a:pathLst>
                <a:path w="2219959" h="2624454">
                  <a:moveTo>
                    <a:pt x="0" y="1748448"/>
                  </a:moveTo>
                  <a:lnTo>
                    <a:pt x="875385" y="2623833"/>
                  </a:lnTo>
                  <a:lnTo>
                    <a:pt x="2219639" y="2623833"/>
                  </a:lnTo>
                  <a:lnTo>
                    <a:pt x="2219639" y="471191"/>
                  </a:lnTo>
                  <a:lnTo>
                    <a:pt x="1748448" y="0"/>
                  </a:lnTo>
                  <a:lnTo>
                    <a:pt x="0" y="1748448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503537" y="7746425"/>
              <a:ext cx="2784475" cy="2540635"/>
            </a:xfrm>
            <a:custGeom>
              <a:avLst/>
              <a:gdLst/>
              <a:ahLst/>
              <a:cxnLst/>
              <a:rect l="l" t="t" r="r" b="b"/>
              <a:pathLst>
                <a:path w="2784475" h="2540634">
                  <a:moveTo>
                    <a:pt x="2179045" y="605417"/>
                  </a:moveTo>
                  <a:lnTo>
                    <a:pt x="2784462" y="1210834"/>
                  </a:lnTo>
                  <a:lnTo>
                    <a:pt x="2784462" y="0"/>
                  </a:lnTo>
                  <a:lnTo>
                    <a:pt x="2179045" y="605417"/>
                  </a:lnTo>
                  <a:close/>
                </a:path>
                <a:path w="2784475" h="2540634">
                  <a:moveTo>
                    <a:pt x="0" y="2540574"/>
                  </a:moveTo>
                  <a:lnTo>
                    <a:pt x="1919211" y="2540574"/>
                  </a:lnTo>
                  <a:lnTo>
                    <a:pt x="959605" y="1580969"/>
                  </a:lnTo>
                  <a:lnTo>
                    <a:pt x="0" y="2540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708824" y="9544086"/>
              <a:ext cx="1508760" cy="742950"/>
            </a:xfrm>
            <a:custGeom>
              <a:avLst/>
              <a:gdLst/>
              <a:ahLst/>
              <a:cxnLst/>
              <a:rect l="l" t="t" r="r" b="b"/>
              <a:pathLst>
                <a:path w="1508759" h="742950">
                  <a:moveTo>
                    <a:pt x="0" y="742913"/>
                  </a:moveTo>
                  <a:lnTo>
                    <a:pt x="76324" y="742913"/>
                  </a:lnTo>
                  <a:lnTo>
                    <a:pt x="753441" y="65797"/>
                  </a:lnTo>
                  <a:lnTo>
                    <a:pt x="1431191" y="742913"/>
                  </a:lnTo>
                  <a:lnTo>
                    <a:pt x="1508637" y="742913"/>
                  </a:lnTo>
                  <a:lnTo>
                    <a:pt x="773619" y="7895"/>
                  </a:lnTo>
                  <a:lnTo>
                    <a:pt x="764626" y="1973"/>
                  </a:lnTo>
                  <a:lnTo>
                    <a:pt x="754318" y="0"/>
                  </a:lnTo>
                  <a:lnTo>
                    <a:pt x="744010" y="1973"/>
                  </a:lnTo>
                  <a:lnTo>
                    <a:pt x="735018" y="7895"/>
                  </a:lnTo>
                  <a:lnTo>
                    <a:pt x="0" y="742913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422555" y="6474952"/>
              <a:ext cx="3865879" cy="3812540"/>
            </a:xfrm>
            <a:custGeom>
              <a:avLst/>
              <a:gdLst/>
              <a:ahLst/>
              <a:cxnLst/>
              <a:rect l="l" t="t" r="r" b="b"/>
              <a:pathLst>
                <a:path w="3865880" h="3812540">
                  <a:moveTo>
                    <a:pt x="3158261" y="706578"/>
                  </a:moveTo>
                  <a:lnTo>
                    <a:pt x="3865444" y="1413762"/>
                  </a:lnTo>
                  <a:lnTo>
                    <a:pt x="3865444" y="0"/>
                  </a:lnTo>
                  <a:lnTo>
                    <a:pt x="3158261" y="706578"/>
                  </a:lnTo>
                  <a:close/>
                </a:path>
                <a:path w="3865880" h="3812540">
                  <a:moveTo>
                    <a:pt x="2554682" y="3103293"/>
                  </a:moveTo>
                  <a:lnTo>
                    <a:pt x="2554682" y="3179672"/>
                  </a:lnTo>
                  <a:lnTo>
                    <a:pt x="3441627" y="2292727"/>
                  </a:lnTo>
                  <a:lnTo>
                    <a:pt x="3865444" y="2716544"/>
                  </a:lnTo>
                  <a:lnTo>
                    <a:pt x="3865444" y="2639342"/>
                  </a:lnTo>
                  <a:lnTo>
                    <a:pt x="3460927" y="2234825"/>
                  </a:lnTo>
                  <a:lnTo>
                    <a:pt x="3451935" y="2228904"/>
                  </a:lnTo>
                  <a:lnTo>
                    <a:pt x="3441627" y="2226930"/>
                  </a:lnTo>
                  <a:lnTo>
                    <a:pt x="3431319" y="2228904"/>
                  </a:lnTo>
                  <a:lnTo>
                    <a:pt x="3422326" y="2234825"/>
                  </a:lnTo>
                  <a:lnTo>
                    <a:pt x="2554682" y="3103293"/>
                  </a:lnTo>
                  <a:close/>
                </a:path>
                <a:path w="3865880" h="3812540">
                  <a:moveTo>
                    <a:pt x="2489762" y="3179672"/>
                  </a:moveTo>
                  <a:lnTo>
                    <a:pt x="2491736" y="3189980"/>
                  </a:lnTo>
                  <a:lnTo>
                    <a:pt x="2497658" y="3198972"/>
                  </a:lnTo>
                  <a:lnTo>
                    <a:pt x="3110732" y="3812047"/>
                  </a:lnTo>
                  <a:lnTo>
                    <a:pt x="3187056" y="3812047"/>
                  </a:lnTo>
                  <a:lnTo>
                    <a:pt x="2554682" y="3179672"/>
                  </a:lnTo>
                  <a:lnTo>
                    <a:pt x="2554682" y="3103293"/>
                  </a:lnTo>
                  <a:lnTo>
                    <a:pt x="2497658" y="3160371"/>
                  </a:lnTo>
                  <a:lnTo>
                    <a:pt x="2491736" y="3169364"/>
                  </a:lnTo>
                  <a:lnTo>
                    <a:pt x="2489762" y="3179672"/>
                  </a:lnTo>
                  <a:close/>
                </a:path>
                <a:path w="3865880" h="3812540">
                  <a:moveTo>
                    <a:pt x="0" y="3472688"/>
                  </a:moveTo>
                  <a:lnTo>
                    <a:pt x="0" y="3812047"/>
                  </a:lnTo>
                  <a:lnTo>
                    <a:pt x="1155552" y="3812047"/>
                  </a:lnTo>
                  <a:lnTo>
                    <a:pt x="1731779" y="3235819"/>
                  </a:lnTo>
                  <a:lnTo>
                    <a:pt x="984324" y="2488364"/>
                  </a:lnTo>
                  <a:lnTo>
                    <a:pt x="0" y="3472688"/>
                  </a:lnTo>
                  <a:close/>
                </a:path>
              </a:pathLst>
            </a:custGeom>
            <a:solidFill>
              <a:srgbClr val="CB4E0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91200" cy="1066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116" y="0"/>
            <a:ext cx="2200274" cy="16471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6998" y="21053"/>
            <a:ext cx="1241001" cy="13811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130887"/>
            <a:ext cx="18201640" cy="543560"/>
            <a:chOff x="0" y="1130887"/>
            <a:chExt cx="18201640" cy="54356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3267" y="1130887"/>
              <a:ext cx="13731857" cy="5430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130887"/>
              <a:ext cx="3035068" cy="50363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34470" y="1130887"/>
              <a:ext cx="3067049" cy="50363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68680" y="7767797"/>
            <a:ext cx="2800349" cy="1933574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5285" rIns="0" bIns="0" rtlCol="0" vert="horz">
            <a:spAutoFit/>
          </a:bodyPr>
          <a:lstStyle/>
          <a:p>
            <a:pPr marL="4510405">
              <a:lnSpc>
                <a:spcPct val="100000"/>
              </a:lnSpc>
              <a:spcBef>
                <a:spcPts val="120"/>
              </a:spcBef>
            </a:pPr>
            <a:r>
              <a:rPr dirty="0" sz="6200" spc="-10" i="0">
                <a:latin typeface="Times New Roman"/>
                <a:cs typeface="Times New Roman"/>
              </a:rPr>
              <a:t>PHOENIX</a:t>
            </a:r>
            <a:endParaRPr sz="62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4439" y="6770083"/>
            <a:ext cx="133350" cy="1333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32150" y="3798842"/>
            <a:ext cx="15189835" cy="3263900"/>
          </a:xfrm>
          <a:prstGeom prst="rect">
            <a:avLst/>
          </a:prstGeom>
        </p:spPr>
        <p:txBody>
          <a:bodyPr wrap="square" lIns="0" tIns="288290" rIns="0" bIns="0" rtlCol="0" vert="horz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2270"/>
              </a:spcBef>
              <a:buChar char="•"/>
              <a:tabLst>
                <a:tab pos="314325" algn="l"/>
              </a:tabLst>
            </a:pPr>
            <a:r>
              <a:rPr dirty="0" sz="3500" b="1">
                <a:latin typeface="Times New Roman"/>
                <a:cs typeface="Times New Roman"/>
              </a:rPr>
              <a:t>Team</a:t>
            </a:r>
            <a:r>
              <a:rPr dirty="0" sz="3500" spc="375" b="1">
                <a:latin typeface="Times New Roman"/>
                <a:cs typeface="Times New Roman"/>
              </a:rPr>
              <a:t> </a:t>
            </a:r>
            <a:r>
              <a:rPr dirty="0" sz="3500" spc="120" b="1">
                <a:latin typeface="Times New Roman"/>
                <a:cs typeface="Times New Roman"/>
              </a:rPr>
              <a:t>Lead</a:t>
            </a:r>
            <a:r>
              <a:rPr dirty="0" sz="3500" spc="375" b="1">
                <a:latin typeface="Times New Roman"/>
                <a:cs typeface="Times New Roman"/>
              </a:rPr>
              <a:t> </a:t>
            </a:r>
            <a:r>
              <a:rPr dirty="0" sz="3500" spc="120" b="1">
                <a:latin typeface="Times New Roman"/>
                <a:cs typeface="Times New Roman"/>
              </a:rPr>
              <a:t>Name</a:t>
            </a:r>
            <a:r>
              <a:rPr dirty="0" sz="3500" spc="375" b="1">
                <a:latin typeface="Times New Roman"/>
                <a:cs typeface="Times New Roman"/>
              </a:rPr>
              <a:t> </a:t>
            </a:r>
            <a:r>
              <a:rPr dirty="0" sz="3500" b="1">
                <a:latin typeface="Times New Roman"/>
                <a:cs typeface="Times New Roman"/>
              </a:rPr>
              <a:t>:</a:t>
            </a:r>
            <a:r>
              <a:rPr dirty="0" sz="3500" spc="375" b="1">
                <a:latin typeface="Times New Roman"/>
                <a:cs typeface="Times New Roman"/>
              </a:rPr>
              <a:t> </a:t>
            </a:r>
            <a:r>
              <a:rPr dirty="0" sz="3500" spc="100" b="1">
                <a:latin typeface="Times New Roman"/>
                <a:cs typeface="Times New Roman"/>
              </a:rPr>
              <a:t>DHARANYA</a:t>
            </a:r>
            <a:r>
              <a:rPr dirty="0" sz="3500" spc="190" b="1">
                <a:latin typeface="Times New Roman"/>
                <a:cs typeface="Times New Roman"/>
              </a:rPr>
              <a:t>  </a:t>
            </a:r>
            <a:r>
              <a:rPr dirty="0" sz="3500" spc="-50" b="1">
                <a:latin typeface="Times New Roman"/>
                <a:cs typeface="Times New Roman"/>
              </a:rPr>
              <a:t>S</a:t>
            </a:r>
            <a:endParaRPr sz="3500">
              <a:latin typeface="Times New Roman"/>
              <a:cs typeface="Times New Roman"/>
            </a:endParaRPr>
          </a:p>
          <a:p>
            <a:pPr marL="314325" indent="-301625">
              <a:lnSpc>
                <a:spcPct val="100000"/>
              </a:lnSpc>
              <a:spcBef>
                <a:spcPts val="2175"/>
              </a:spcBef>
              <a:buChar char="•"/>
              <a:tabLst>
                <a:tab pos="314325" algn="l"/>
              </a:tabLst>
            </a:pPr>
            <a:r>
              <a:rPr dirty="0" sz="3500" b="1">
                <a:latin typeface="Times New Roman"/>
                <a:cs typeface="Times New Roman"/>
              </a:rPr>
              <a:t>Team</a:t>
            </a:r>
            <a:r>
              <a:rPr dirty="0" sz="3500" spc="385" b="1">
                <a:latin typeface="Times New Roman"/>
                <a:cs typeface="Times New Roman"/>
              </a:rPr>
              <a:t> </a:t>
            </a:r>
            <a:r>
              <a:rPr dirty="0" sz="3500" spc="120" b="1">
                <a:latin typeface="Times New Roman"/>
                <a:cs typeface="Times New Roman"/>
              </a:rPr>
              <a:t>Lead</a:t>
            </a:r>
            <a:r>
              <a:rPr dirty="0" sz="3500" spc="390" b="1">
                <a:latin typeface="Times New Roman"/>
                <a:cs typeface="Times New Roman"/>
              </a:rPr>
              <a:t> </a:t>
            </a:r>
            <a:r>
              <a:rPr dirty="0" sz="3500" spc="140" b="1">
                <a:latin typeface="Times New Roman"/>
                <a:cs typeface="Times New Roman"/>
              </a:rPr>
              <a:t>Contact</a:t>
            </a:r>
            <a:r>
              <a:rPr dirty="0" sz="3500" spc="385" b="1">
                <a:latin typeface="Times New Roman"/>
                <a:cs typeface="Times New Roman"/>
              </a:rPr>
              <a:t> </a:t>
            </a:r>
            <a:r>
              <a:rPr dirty="0" sz="3500" spc="120" b="1">
                <a:latin typeface="Times New Roman"/>
                <a:cs typeface="Times New Roman"/>
              </a:rPr>
              <a:t>No.:</a:t>
            </a:r>
            <a:r>
              <a:rPr dirty="0" sz="3500" spc="390" b="1">
                <a:latin typeface="Times New Roman"/>
                <a:cs typeface="Times New Roman"/>
              </a:rPr>
              <a:t> </a:t>
            </a:r>
            <a:r>
              <a:rPr dirty="0" sz="3500" spc="135" b="1">
                <a:latin typeface="Times New Roman"/>
                <a:cs typeface="Times New Roman"/>
              </a:rPr>
              <a:t>9043643264</a:t>
            </a:r>
            <a:endParaRPr sz="3500">
              <a:latin typeface="Times New Roman"/>
              <a:cs typeface="Times New Roman"/>
            </a:endParaRPr>
          </a:p>
          <a:p>
            <a:pPr marL="322580" indent="-309880">
              <a:lnSpc>
                <a:spcPct val="100000"/>
              </a:lnSpc>
              <a:spcBef>
                <a:spcPts val="2175"/>
              </a:spcBef>
              <a:buChar char="•"/>
              <a:tabLst>
                <a:tab pos="322580" algn="l"/>
                <a:tab pos="3867785" algn="l"/>
                <a:tab pos="7923530" algn="l"/>
              </a:tabLst>
            </a:pPr>
            <a:r>
              <a:rPr dirty="0" sz="3500" spc="140" b="1">
                <a:latin typeface="Times New Roman"/>
                <a:cs typeface="Times New Roman"/>
              </a:rPr>
              <a:t>Selected</a:t>
            </a:r>
            <a:r>
              <a:rPr dirty="0" sz="3500" spc="295" b="1">
                <a:latin typeface="Times New Roman"/>
                <a:cs typeface="Times New Roman"/>
              </a:rPr>
              <a:t> </a:t>
            </a:r>
            <a:r>
              <a:rPr dirty="0" sz="3500" spc="120" b="1">
                <a:latin typeface="Times New Roman"/>
                <a:cs typeface="Times New Roman"/>
              </a:rPr>
              <a:t>Theme</a:t>
            </a:r>
            <a:r>
              <a:rPr dirty="0" sz="3500" b="1">
                <a:latin typeface="Times New Roman"/>
                <a:cs typeface="Times New Roman"/>
              </a:rPr>
              <a:t>	</a:t>
            </a:r>
            <a:r>
              <a:rPr dirty="0" sz="3500" spc="135" b="1">
                <a:latin typeface="Times New Roman"/>
                <a:cs typeface="Times New Roman"/>
              </a:rPr>
              <a:t>Hardware</a:t>
            </a:r>
            <a:r>
              <a:rPr dirty="0" sz="3500" spc="270" b="1">
                <a:latin typeface="Times New Roman"/>
                <a:cs typeface="Times New Roman"/>
              </a:rPr>
              <a:t> </a:t>
            </a:r>
            <a:r>
              <a:rPr dirty="0" sz="3500" spc="75" b="1">
                <a:latin typeface="Times New Roman"/>
                <a:cs typeface="Times New Roman"/>
              </a:rPr>
              <a:t>Track</a:t>
            </a:r>
            <a:r>
              <a:rPr dirty="0" sz="3500" spc="355" b="1">
                <a:latin typeface="Times New Roman"/>
                <a:cs typeface="Times New Roman"/>
              </a:rPr>
              <a:t> </a:t>
            </a:r>
            <a:r>
              <a:rPr dirty="0" sz="3500" spc="-50" b="1">
                <a:latin typeface="Times New Roman"/>
                <a:cs typeface="Times New Roman"/>
              </a:rPr>
              <a:t>:</a:t>
            </a:r>
            <a:r>
              <a:rPr dirty="0" sz="3500" b="1">
                <a:latin typeface="Times New Roman"/>
                <a:cs typeface="Times New Roman"/>
              </a:rPr>
              <a:t>	</a:t>
            </a:r>
            <a:r>
              <a:rPr dirty="0" sz="3500" spc="110" b="1">
                <a:latin typeface="Times New Roman"/>
                <a:cs typeface="Times New Roman"/>
              </a:rPr>
              <a:t>IoT</a:t>
            </a:r>
            <a:r>
              <a:rPr dirty="0" sz="3500" spc="260" b="1">
                <a:latin typeface="Times New Roman"/>
                <a:cs typeface="Times New Roman"/>
              </a:rPr>
              <a:t> </a:t>
            </a:r>
            <a:r>
              <a:rPr dirty="0" sz="3500" spc="110" b="1">
                <a:latin typeface="Times New Roman"/>
                <a:cs typeface="Times New Roman"/>
              </a:rPr>
              <a:t>for</a:t>
            </a:r>
            <a:r>
              <a:rPr dirty="0" sz="3500" spc="275" b="1">
                <a:latin typeface="Times New Roman"/>
                <a:cs typeface="Times New Roman"/>
              </a:rPr>
              <a:t> </a:t>
            </a:r>
            <a:r>
              <a:rPr dirty="0" sz="3500" spc="130" b="1">
                <a:latin typeface="Times New Roman"/>
                <a:cs typeface="Times New Roman"/>
              </a:rPr>
              <a:t>Smart</a:t>
            </a:r>
            <a:r>
              <a:rPr dirty="0" sz="3500" spc="340" b="1">
                <a:latin typeface="Times New Roman"/>
                <a:cs typeface="Times New Roman"/>
              </a:rPr>
              <a:t> </a:t>
            </a:r>
            <a:r>
              <a:rPr dirty="0" sz="3500" spc="125" b="1">
                <a:latin typeface="Times New Roman"/>
                <a:cs typeface="Times New Roman"/>
              </a:rPr>
              <a:t>Cities</a:t>
            </a:r>
            <a:endParaRPr sz="3500">
              <a:latin typeface="Times New Roman"/>
              <a:cs typeface="Times New Roman"/>
            </a:endParaRPr>
          </a:p>
          <a:p>
            <a:pPr marL="374015">
              <a:lnSpc>
                <a:spcPct val="100000"/>
              </a:lnSpc>
              <a:spcBef>
                <a:spcPts val="2175"/>
              </a:spcBef>
            </a:pPr>
            <a:r>
              <a:rPr dirty="0" sz="3500" spc="130" b="1">
                <a:latin typeface="Times New Roman"/>
                <a:cs typeface="Times New Roman"/>
              </a:rPr>
              <a:t>Project</a:t>
            </a:r>
            <a:r>
              <a:rPr dirty="0" sz="3500" spc="340" b="1">
                <a:latin typeface="Times New Roman"/>
                <a:cs typeface="Times New Roman"/>
              </a:rPr>
              <a:t> </a:t>
            </a:r>
            <a:r>
              <a:rPr dirty="0" sz="3500" spc="120" b="1">
                <a:latin typeface="Times New Roman"/>
                <a:cs typeface="Times New Roman"/>
              </a:rPr>
              <a:t>Name</a:t>
            </a:r>
            <a:r>
              <a:rPr dirty="0" sz="3500" spc="355" b="1">
                <a:latin typeface="Times New Roman"/>
                <a:cs typeface="Times New Roman"/>
              </a:rPr>
              <a:t> </a:t>
            </a:r>
            <a:r>
              <a:rPr dirty="0" sz="3500" b="1">
                <a:latin typeface="Times New Roman"/>
                <a:cs typeface="Times New Roman"/>
              </a:rPr>
              <a:t>:</a:t>
            </a:r>
            <a:r>
              <a:rPr dirty="0" sz="3500" spc="150" b="1">
                <a:latin typeface="Times New Roman"/>
                <a:cs typeface="Times New Roman"/>
              </a:rPr>
              <a:t> </a:t>
            </a:r>
            <a:r>
              <a:rPr dirty="0" sz="3500" spc="140" b="1">
                <a:latin typeface="Times New Roman"/>
                <a:cs typeface="Times New Roman"/>
              </a:rPr>
              <a:t>Adaptive</a:t>
            </a:r>
            <a:r>
              <a:rPr dirty="0" sz="3500" spc="355" b="1">
                <a:latin typeface="Times New Roman"/>
                <a:cs typeface="Times New Roman"/>
              </a:rPr>
              <a:t> </a:t>
            </a:r>
            <a:r>
              <a:rPr dirty="0" sz="3500" spc="130" b="1">
                <a:latin typeface="Times New Roman"/>
                <a:cs typeface="Times New Roman"/>
              </a:rPr>
              <a:t>Smart</a:t>
            </a:r>
            <a:r>
              <a:rPr dirty="0" sz="3500" spc="350" b="1">
                <a:latin typeface="Times New Roman"/>
                <a:cs typeface="Times New Roman"/>
              </a:rPr>
              <a:t> </a:t>
            </a:r>
            <a:r>
              <a:rPr dirty="0" sz="3500" spc="140" b="1">
                <a:latin typeface="Times New Roman"/>
                <a:cs typeface="Times New Roman"/>
              </a:rPr>
              <a:t>Footpath</a:t>
            </a:r>
            <a:r>
              <a:rPr dirty="0" sz="3500" spc="355" b="1">
                <a:latin typeface="Times New Roman"/>
                <a:cs typeface="Times New Roman"/>
              </a:rPr>
              <a:t> </a:t>
            </a:r>
            <a:r>
              <a:rPr dirty="0" sz="3500" spc="140" b="1">
                <a:latin typeface="Times New Roman"/>
                <a:cs typeface="Times New Roman"/>
              </a:rPr>
              <a:t>Protection</a:t>
            </a:r>
            <a:r>
              <a:rPr dirty="0" sz="3500" spc="350" b="1">
                <a:latin typeface="Times New Roman"/>
                <a:cs typeface="Times New Roman"/>
              </a:rPr>
              <a:t> </a:t>
            </a:r>
            <a:r>
              <a:rPr dirty="0" sz="3500" spc="135" b="1">
                <a:latin typeface="Times New Roman"/>
                <a:cs typeface="Times New Roman"/>
              </a:rPr>
              <a:t>System</a:t>
            </a:r>
            <a:r>
              <a:rPr dirty="0" sz="3500" spc="355" b="1">
                <a:latin typeface="Times New Roman"/>
                <a:cs typeface="Times New Roman"/>
              </a:rPr>
              <a:t> </a:t>
            </a:r>
            <a:r>
              <a:rPr dirty="0" sz="3500" spc="130" b="1">
                <a:latin typeface="Times New Roman"/>
                <a:cs typeface="Times New Roman"/>
              </a:rPr>
              <a:t>Using</a:t>
            </a:r>
            <a:r>
              <a:rPr dirty="0" sz="3500" spc="355" b="1">
                <a:latin typeface="Times New Roman"/>
                <a:cs typeface="Times New Roman"/>
              </a:rPr>
              <a:t> </a:t>
            </a:r>
            <a:r>
              <a:rPr dirty="0" sz="3500" spc="85" b="1">
                <a:latin typeface="Times New Roman"/>
                <a:cs typeface="Times New Roman"/>
              </a:rPr>
              <a:t>IoT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813301" y="1858006"/>
            <a:ext cx="3722084" cy="411475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8700" y="7642924"/>
            <a:ext cx="2781299" cy="1904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160006"/>
            <a:ext cx="18288000" cy="127000"/>
          </a:xfrm>
          <a:custGeom>
            <a:avLst/>
            <a:gdLst/>
            <a:ahLst/>
            <a:cxnLst/>
            <a:rect l="l" t="t" r="r" b="b"/>
            <a:pathLst>
              <a:path w="18288000" h="127000">
                <a:moveTo>
                  <a:pt x="18287999" y="126993"/>
                </a:moveTo>
                <a:lnTo>
                  <a:pt x="0" y="126993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6993"/>
                </a:lnTo>
                <a:close/>
              </a:path>
            </a:pathLst>
          </a:custGeom>
          <a:solidFill>
            <a:srgbClr val="CB4E0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91200" cy="10667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116" y="0"/>
            <a:ext cx="2200274" cy="16471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6998" y="21053"/>
            <a:ext cx="1241001" cy="13811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1130887"/>
            <a:ext cx="18201640" cy="543560"/>
            <a:chOff x="0" y="1130887"/>
            <a:chExt cx="18201640" cy="5435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3267" y="1130887"/>
              <a:ext cx="13731857" cy="5430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130887"/>
              <a:ext cx="3035068" cy="5036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34470" y="1130887"/>
              <a:ext cx="3067049" cy="50363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47224" y="2264745"/>
            <a:ext cx="1317625" cy="1317625"/>
            <a:chOff x="547224" y="2264745"/>
            <a:chExt cx="1317625" cy="1317625"/>
          </a:xfrm>
        </p:grpSpPr>
        <p:sp>
          <p:nvSpPr>
            <p:cNvPr id="11" name="object 11"/>
            <p:cNvSpPr/>
            <p:nvPr/>
          </p:nvSpPr>
          <p:spPr>
            <a:xfrm>
              <a:off x="547224" y="2264745"/>
              <a:ext cx="1317625" cy="1317625"/>
            </a:xfrm>
            <a:custGeom>
              <a:avLst/>
              <a:gdLst/>
              <a:ahLst/>
              <a:cxnLst/>
              <a:rect l="l" t="t" r="r" b="b"/>
              <a:pathLst>
                <a:path w="1317625" h="1317625">
                  <a:moveTo>
                    <a:pt x="658696" y="1317392"/>
                  </a:moveTo>
                  <a:lnTo>
                    <a:pt x="611655" y="1315738"/>
                  </a:lnTo>
                  <a:lnTo>
                    <a:pt x="565506" y="1310851"/>
                  </a:lnTo>
                  <a:lnTo>
                    <a:pt x="520361" y="1302842"/>
                  </a:lnTo>
                  <a:lnTo>
                    <a:pt x="476332" y="1291822"/>
                  </a:lnTo>
                  <a:lnTo>
                    <a:pt x="433531" y="1277903"/>
                  </a:lnTo>
                  <a:lnTo>
                    <a:pt x="392067" y="1261197"/>
                  </a:lnTo>
                  <a:lnTo>
                    <a:pt x="352054" y="1241814"/>
                  </a:lnTo>
                  <a:lnTo>
                    <a:pt x="313602" y="1219867"/>
                  </a:lnTo>
                  <a:lnTo>
                    <a:pt x="276824" y="1195467"/>
                  </a:lnTo>
                  <a:lnTo>
                    <a:pt x="241829" y="1168725"/>
                  </a:lnTo>
                  <a:lnTo>
                    <a:pt x="208731" y="1139752"/>
                  </a:lnTo>
                  <a:lnTo>
                    <a:pt x="177640" y="1108661"/>
                  </a:lnTo>
                  <a:lnTo>
                    <a:pt x="148667" y="1075563"/>
                  </a:lnTo>
                  <a:lnTo>
                    <a:pt x="121925" y="1040568"/>
                  </a:lnTo>
                  <a:lnTo>
                    <a:pt x="97525" y="1003790"/>
                  </a:lnTo>
                  <a:lnTo>
                    <a:pt x="75578" y="965338"/>
                  </a:lnTo>
                  <a:lnTo>
                    <a:pt x="56195" y="925325"/>
                  </a:lnTo>
                  <a:lnTo>
                    <a:pt x="39489" y="883861"/>
                  </a:lnTo>
                  <a:lnTo>
                    <a:pt x="25570" y="841060"/>
                  </a:lnTo>
                  <a:lnTo>
                    <a:pt x="14550" y="797031"/>
                  </a:lnTo>
                  <a:lnTo>
                    <a:pt x="6541" y="751886"/>
                  </a:lnTo>
                  <a:lnTo>
                    <a:pt x="1653" y="705737"/>
                  </a:lnTo>
                  <a:lnTo>
                    <a:pt x="0" y="658696"/>
                  </a:lnTo>
                  <a:lnTo>
                    <a:pt x="1653" y="611655"/>
                  </a:lnTo>
                  <a:lnTo>
                    <a:pt x="6541" y="565506"/>
                  </a:lnTo>
                  <a:lnTo>
                    <a:pt x="14550" y="520361"/>
                  </a:lnTo>
                  <a:lnTo>
                    <a:pt x="25570" y="476332"/>
                  </a:lnTo>
                  <a:lnTo>
                    <a:pt x="39489" y="433531"/>
                  </a:lnTo>
                  <a:lnTo>
                    <a:pt x="56195" y="392067"/>
                  </a:lnTo>
                  <a:lnTo>
                    <a:pt x="75578" y="352054"/>
                  </a:lnTo>
                  <a:lnTo>
                    <a:pt x="97525" y="313602"/>
                  </a:lnTo>
                  <a:lnTo>
                    <a:pt x="121925" y="276824"/>
                  </a:lnTo>
                  <a:lnTo>
                    <a:pt x="148667" y="241829"/>
                  </a:lnTo>
                  <a:lnTo>
                    <a:pt x="177640" y="208731"/>
                  </a:lnTo>
                  <a:lnTo>
                    <a:pt x="208731" y="177640"/>
                  </a:lnTo>
                  <a:lnTo>
                    <a:pt x="241829" y="148667"/>
                  </a:lnTo>
                  <a:lnTo>
                    <a:pt x="276824" y="121925"/>
                  </a:lnTo>
                  <a:lnTo>
                    <a:pt x="313602" y="97525"/>
                  </a:lnTo>
                  <a:lnTo>
                    <a:pt x="352054" y="75578"/>
                  </a:lnTo>
                  <a:lnTo>
                    <a:pt x="392067" y="56195"/>
                  </a:lnTo>
                  <a:lnTo>
                    <a:pt x="433531" y="39489"/>
                  </a:lnTo>
                  <a:lnTo>
                    <a:pt x="476332" y="25570"/>
                  </a:lnTo>
                  <a:lnTo>
                    <a:pt x="520361" y="14550"/>
                  </a:lnTo>
                  <a:lnTo>
                    <a:pt x="565506" y="6541"/>
                  </a:lnTo>
                  <a:lnTo>
                    <a:pt x="611655" y="1653"/>
                  </a:lnTo>
                  <a:lnTo>
                    <a:pt x="658696" y="0"/>
                  </a:lnTo>
                  <a:lnTo>
                    <a:pt x="705737" y="1653"/>
                  </a:lnTo>
                  <a:lnTo>
                    <a:pt x="751886" y="6541"/>
                  </a:lnTo>
                  <a:lnTo>
                    <a:pt x="797031" y="14550"/>
                  </a:lnTo>
                  <a:lnTo>
                    <a:pt x="841059" y="25570"/>
                  </a:lnTo>
                  <a:lnTo>
                    <a:pt x="883861" y="39489"/>
                  </a:lnTo>
                  <a:lnTo>
                    <a:pt x="925325" y="56195"/>
                  </a:lnTo>
                  <a:lnTo>
                    <a:pt x="965338" y="75578"/>
                  </a:lnTo>
                  <a:lnTo>
                    <a:pt x="1003790" y="97525"/>
                  </a:lnTo>
                  <a:lnTo>
                    <a:pt x="1040568" y="121925"/>
                  </a:lnTo>
                  <a:lnTo>
                    <a:pt x="1075563" y="148667"/>
                  </a:lnTo>
                  <a:lnTo>
                    <a:pt x="1108661" y="177640"/>
                  </a:lnTo>
                  <a:lnTo>
                    <a:pt x="1139752" y="208731"/>
                  </a:lnTo>
                  <a:lnTo>
                    <a:pt x="1168725" y="241829"/>
                  </a:lnTo>
                  <a:lnTo>
                    <a:pt x="1195467" y="276824"/>
                  </a:lnTo>
                  <a:lnTo>
                    <a:pt x="1219867" y="313602"/>
                  </a:lnTo>
                  <a:lnTo>
                    <a:pt x="1241814" y="352054"/>
                  </a:lnTo>
                  <a:lnTo>
                    <a:pt x="1261197" y="392067"/>
                  </a:lnTo>
                  <a:lnTo>
                    <a:pt x="1277903" y="433531"/>
                  </a:lnTo>
                  <a:lnTo>
                    <a:pt x="1291822" y="476332"/>
                  </a:lnTo>
                  <a:lnTo>
                    <a:pt x="1302842" y="520361"/>
                  </a:lnTo>
                  <a:lnTo>
                    <a:pt x="1310851" y="565506"/>
                  </a:lnTo>
                  <a:lnTo>
                    <a:pt x="1315739" y="611655"/>
                  </a:lnTo>
                  <a:lnTo>
                    <a:pt x="1317392" y="658696"/>
                  </a:lnTo>
                  <a:lnTo>
                    <a:pt x="1315739" y="705737"/>
                  </a:lnTo>
                  <a:lnTo>
                    <a:pt x="1310851" y="751886"/>
                  </a:lnTo>
                  <a:lnTo>
                    <a:pt x="1302842" y="797031"/>
                  </a:lnTo>
                  <a:lnTo>
                    <a:pt x="1291822" y="841060"/>
                  </a:lnTo>
                  <a:lnTo>
                    <a:pt x="1277903" y="883861"/>
                  </a:lnTo>
                  <a:lnTo>
                    <a:pt x="1261197" y="925325"/>
                  </a:lnTo>
                  <a:lnTo>
                    <a:pt x="1241814" y="965338"/>
                  </a:lnTo>
                  <a:lnTo>
                    <a:pt x="1219867" y="1003790"/>
                  </a:lnTo>
                  <a:lnTo>
                    <a:pt x="1195467" y="1040568"/>
                  </a:lnTo>
                  <a:lnTo>
                    <a:pt x="1168725" y="1075563"/>
                  </a:lnTo>
                  <a:lnTo>
                    <a:pt x="1139752" y="1108661"/>
                  </a:lnTo>
                  <a:lnTo>
                    <a:pt x="1108661" y="1139752"/>
                  </a:lnTo>
                  <a:lnTo>
                    <a:pt x="1075563" y="1168725"/>
                  </a:lnTo>
                  <a:lnTo>
                    <a:pt x="1040568" y="1195467"/>
                  </a:lnTo>
                  <a:lnTo>
                    <a:pt x="1003790" y="1219867"/>
                  </a:lnTo>
                  <a:lnTo>
                    <a:pt x="965338" y="1241814"/>
                  </a:lnTo>
                  <a:lnTo>
                    <a:pt x="925325" y="1261197"/>
                  </a:lnTo>
                  <a:lnTo>
                    <a:pt x="883861" y="1277903"/>
                  </a:lnTo>
                  <a:lnTo>
                    <a:pt x="841059" y="1291822"/>
                  </a:lnTo>
                  <a:lnTo>
                    <a:pt x="797031" y="1302842"/>
                  </a:lnTo>
                  <a:lnTo>
                    <a:pt x="751886" y="1310851"/>
                  </a:lnTo>
                  <a:lnTo>
                    <a:pt x="705737" y="1315738"/>
                  </a:lnTo>
                  <a:lnTo>
                    <a:pt x="658696" y="1317392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4165" y="2561473"/>
              <a:ext cx="153053" cy="15333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1416" y="2659480"/>
              <a:ext cx="1084580" cy="624205"/>
            </a:xfrm>
            <a:custGeom>
              <a:avLst/>
              <a:gdLst/>
              <a:ahLst/>
              <a:cxnLst/>
              <a:rect l="l" t="t" r="r" b="b"/>
              <a:pathLst>
                <a:path w="1084580" h="624204">
                  <a:moveTo>
                    <a:pt x="275780" y="163779"/>
                  </a:moveTo>
                  <a:lnTo>
                    <a:pt x="262204" y="112293"/>
                  </a:lnTo>
                  <a:lnTo>
                    <a:pt x="232346" y="86588"/>
                  </a:lnTo>
                  <a:lnTo>
                    <a:pt x="202476" y="77724"/>
                  </a:lnTo>
                  <a:lnTo>
                    <a:pt x="188912" y="76746"/>
                  </a:lnTo>
                  <a:lnTo>
                    <a:pt x="86868" y="76746"/>
                  </a:lnTo>
                  <a:lnTo>
                    <a:pt x="73304" y="77812"/>
                  </a:lnTo>
                  <a:lnTo>
                    <a:pt x="43434" y="86842"/>
                  </a:lnTo>
                  <a:lnTo>
                    <a:pt x="13576" y="112585"/>
                  </a:lnTo>
                  <a:lnTo>
                    <a:pt x="0" y="163779"/>
                  </a:lnTo>
                  <a:lnTo>
                    <a:pt x="0" y="326783"/>
                  </a:lnTo>
                  <a:lnTo>
                    <a:pt x="7327" y="350278"/>
                  </a:lnTo>
                  <a:lnTo>
                    <a:pt x="23444" y="360883"/>
                  </a:lnTo>
                  <a:lnTo>
                    <a:pt x="39560" y="363588"/>
                  </a:lnTo>
                  <a:lnTo>
                    <a:pt x="46888" y="363385"/>
                  </a:lnTo>
                  <a:lnTo>
                    <a:pt x="46888" y="583031"/>
                  </a:lnTo>
                  <a:lnTo>
                    <a:pt x="47701" y="589597"/>
                  </a:lnTo>
                  <a:lnTo>
                    <a:pt x="52920" y="603923"/>
                  </a:lnTo>
                  <a:lnTo>
                    <a:pt x="66662" y="617994"/>
                  </a:lnTo>
                  <a:lnTo>
                    <a:pt x="93078" y="623785"/>
                  </a:lnTo>
                  <a:lnTo>
                    <a:pt x="117817" y="617181"/>
                  </a:lnTo>
                  <a:lnTo>
                    <a:pt x="131254" y="603580"/>
                  </a:lnTo>
                  <a:lnTo>
                    <a:pt x="136804" y="589203"/>
                  </a:lnTo>
                  <a:lnTo>
                    <a:pt x="137896" y="580263"/>
                  </a:lnTo>
                  <a:lnTo>
                    <a:pt x="138976" y="589203"/>
                  </a:lnTo>
                  <a:lnTo>
                    <a:pt x="144526" y="603580"/>
                  </a:lnTo>
                  <a:lnTo>
                    <a:pt x="157962" y="617181"/>
                  </a:lnTo>
                  <a:lnTo>
                    <a:pt x="182702" y="623785"/>
                  </a:lnTo>
                  <a:lnTo>
                    <a:pt x="209118" y="617994"/>
                  </a:lnTo>
                  <a:lnTo>
                    <a:pt x="222859" y="603923"/>
                  </a:lnTo>
                  <a:lnTo>
                    <a:pt x="228079" y="589597"/>
                  </a:lnTo>
                  <a:lnTo>
                    <a:pt x="228892" y="583031"/>
                  </a:lnTo>
                  <a:lnTo>
                    <a:pt x="228892" y="363385"/>
                  </a:lnTo>
                  <a:lnTo>
                    <a:pt x="236220" y="363588"/>
                  </a:lnTo>
                  <a:lnTo>
                    <a:pt x="252336" y="360883"/>
                  </a:lnTo>
                  <a:lnTo>
                    <a:pt x="268452" y="350278"/>
                  </a:lnTo>
                  <a:lnTo>
                    <a:pt x="275780" y="326783"/>
                  </a:lnTo>
                  <a:lnTo>
                    <a:pt x="275780" y="163779"/>
                  </a:lnTo>
                  <a:close/>
                </a:path>
                <a:path w="1084580" h="624204">
                  <a:moveTo>
                    <a:pt x="1084567" y="291566"/>
                  </a:moveTo>
                  <a:lnTo>
                    <a:pt x="1068768" y="249859"/>
                  </a:lnTo>
                  <a:lnTo>
                    <a:pt x="948664" y="202260"/>
                  </a:lnTo>
                  <a:lnTo>
                    <a:pt x="948664" y="443509"/>
                  </a:lnTo>
                  <a:lnTo>
                    <a:pt x="943076" y="471347"/>
                  </a:lnTo>
                  <a:lnTo>
                    <a:pt x="927798" y="494195"/>
                  </a:lnTo>
                  <a:lnTo>
                    <a:pt x="905027" y="509651"/>
                  </a:lnTo>
                  <a:lnTo>
                    <a:pt x="876960" y="515340"/>
                  </a:lnTo>
                  <a:lnTo>
                    <a:pt x="849172" y="509651"/>
                  </a:lnTo>
                  <a:lnTo>
                    <a:pt x="826376" y="494195"/>
                  </a:lnTo>
                  <a:lnTo>
                    <a:pt x="810933" y="471347"/>
                  </a:lnTo>
                  <a:lnTo>
                    <a:pt x="809066" y="462153"/>
                  </a:lnTo>
                  <a:lnTo>
                    <a:pt x="805256" y="443509"/>
                  </a:lnTo>
                  <a:lnTo>
                    <a:pt x="810933" y="415671"/>
                  </a:lnTo>
                  <a:lnTo>
                    <a:pt x="826376" y="392823"/>
                  </a:lnTo>
                  <a:lnTo>
                    <a:pt x="849172" y="377367"/>
                  </a:lnTo>
                  <a:lnTo>
                    <a:pt x="876960" y="371678"/>
                  </a:lnTo>
                  <a:lnTo>
                    <a:pt x="904735" y="377367"/>
                  </a:lnTo>
                  <a:lnTo>
                    <a:pt x="927544" y="392823"/>
                  </a:lnTo>
                  <a:lnTo>
                    <a:pt x="942987" y="415671"/>
                  </a:lnTo>
                  <a:lnTo>
                    <a:pt x="943025" y="415886"/>
                  </a:lnTo>
                  <a:lnTo>
                    <a:pt x="948664" y="443509"/>
                  </a:lnTo>
                  <a:lnTo>
                    <a:pt x="948664" y="202260"/>
                  </a:lnTo>
                  <a:lnTo>
                    <a:pt x="881786" y="181038"/>
                  </a:lnTo>
                  <a:lnTo>
                    <a:pt x="793280" y="108089"/>
                  </a:lnTo>
                  <a:lnTo>
                    <a:pt x="793229" y="192925"/>
                  </a:lnTo>
                  <a:lnTo>
                    <a:pt x="786638" y="203835"/>
                  </a:lnTo>
                  <a:lnTo>
                    <a:pt x="781812" y="209359"/>
                  </a:lnTo>
                  <a:lnTo>
                    <a:pt x="494322" y="209359"/>
                  </a:lnTo>
                  <a:lnTo>
                    <a:pt x="494322" y="53263"/>
                  </a:lnTo>
                  <a:lnTo>
                    <a:pt x="616356" y="53263"/>
                  </a:lnTo>
                  <a:lnTo>
                    <a:pt x="677062" y="85318"/>
                  </a:lnTo>
                  <a:lnTo>
                    <a:pt x="723392" y="123888"/>
                  </a:lnTo>
                  <a:lnTo>
                    <a:pt x="788289" y="178879"/>
                  </a:lnTo>
                  <a:lnTo>
                    <a:pt x="793229" y="192925"/>
                  </a:lnTo>
                  <a:lnTo>
                    <a:pt x="793229" y="108051"/>
                  </a:lnTo>
                  <a:lnTo>
                    <a:pt x="726173" y="53708"/>
                  </a:lnTo>
                  <a:lnTo>
                    <a:pt x="682536" y="20104"/>
                  </a:lnTo>
                  <a:lnTo>
                    <a:pt x="632129" y="3276"/>
                  </a:lnTo>
                  <a:lnTo>
                    <a:pt x="610920" y="1460"/>
                  </a:lnTo>
                  <a:lnTo>
                    <a:pt x="603948" y="1460"/>
                  </a:lnTo>
                  <a:lnTo>
                    <a:pt x="518198" y="165"/>
                  </a:lnTo>
                  <a:lnTo>
                    <a:pt x="448919" y="0"/>
                  </a:lnTo>
                  <a:lnTo>
                    <a:pt x="395732" y="1460"/>
                  </a:lnTo>
                  <a:lnTo>
                    <a:pt x="339458" y="15532"/>
                  </a:lnTo>
                  <a:lnTo>
                    <a:pt x="269570" y="63627"/>
                  </a:lnTo>
                  <a:lnTo>
                    <a:pt x="286194" y="79933"/>
                  </a:lnTo>
                  <a:lnTo>
                    <a:pt x="296545" y="93586"/>
                  </a:lnTo>
                  <a:lnTo>
                    <a:pt x="301853" y="102958"/>
                  </a:lnTo>
                  <a:lnTo>
                    <a:pt x="303352" y="106451"/>
                  </a:lnTo>
                  <a:lnTo>
                    <a:pt x="320827" y="85318"/>
                  </a:lnTo>
                  <a:lnTo>
                    <a:pt x="341795" y="68453"/>
                  </a:lnTo>
                  <a:lnTo>
                    <a:pt x="359397" y="57302"/>
                  </a:lnTo>
                  <a:lnTo>
                    <a:pt x="366776" y="53263"/>
                  </a:lnTo>
                  <a:lnTo>
                    <a:pt x="441934" y="53263"/>
                  </a:lnTo>
                  <a:lnTo>
                    <a:pt x="441807" y="79933"/>
                  </a:lnTo>
                  <a:lnTo>
                    <a:pt x="441680" y="108089"/>
                  </a:lnTo>
                  <a:lnTo>
                    <a:pt x="441617" y="123888"/>
                  </a:lnTo>
                  <a:lnTo>
                    <a:pt x="441236" y="209359"/>
                  </a:lnTo>
                  <a:lnTo>
                    <a:pt x="316458" y="209359"/>
                  </a:lnTo>
                  <a:lnTo>
                    <a:pt x="316458" y="326783"/>
                  </a:lnTo>
                  <a:lnTo>
                    <a:pt x="313867" y="345262"/>
                  </a:lnTo>
                  <a:lnTo>
                    <a:pt x="308178" y="359676"/>
                  </a:lnTo>
                  <a:lnTo>
                    <a:pt x="302488" y="369036"/>
                  </a:lnTo>
                  <a:lnTo>
                    <a:pt x="299910" y="372364"/>
                  </a:lnTo>
                  <a:lnTo>
                    <a:pt x="324688" y="381622"/>
                  </a:lnTo>
                  <a:lnTo>
                    <a:pt x="344030" y="398792"/>
                  </a:lnTo>
                  <a:lnTo>
                    <a:pt x="356133" y="421906"/>
                  </a:lnTo>
                  <a:lnTo>
                    <a:pt x="359194" y="449033"/>
                  </a:lnTo>
                  <a:lnTo>
                    <a:pt x="352526" y="473862"/>
                  </a:lnTo>
                  <a:lnTo>
                    <a:pt x="337908" y="494360"/>
                  </a:lnTo>
                  <a:lnTo>
                    <a:pt x="317220" y="508774"/>
                  </a:lnTo>
                  <a:lnTo>
                    <a:pt x="292328" y="515340"/>
                  </a:lnTo>
                  <a:lnTo>
                    <a:pt x="284734" y="516039"/>
                  </a:lnTo>
                  <a:lnTo>
                    <a:pt x="277152" y="515340"/>
                  </a:lnTo>
                  <a:lnTo>
                    <a:pt x="269570" y="513270"/>
                  </a:lnTo>
                  <a:lnTo>
                    <a:pt x="269570" y="571982"/>
                  </a:lnTo>
                  <a:lnTo>
                    <a:pt x="275082" y="572668"/>
                  </a:lnTo>
                  <a:lnTo>
                    <a:pt x="281292" y="573366"/>
                  </a:lnTo>
                  <a:lnTo>
                    <a:pt x="287502" y="573366"/>
                  </a:lnTo>
                  <a:lnTo>
                    <a:pt x="333908" y="564819"/>
                  </a:lnTo>
                  <a:lnTo>
                    <a:pt x="372808" y="541324"/>
                  </a:lnTo>
                  <a:lnTo>
                    <a:pt x="401116" y="506056"/>
                  </a:lnTo>
                  <a:lnTo>
                    <a:pt x="415734" y="462153"/>
                  </a:lnTo>
                  <a:lnTo>
                    <a:pt x="748728" y="462153"/>
                  </a:lnTo>
                  <a:lnTo>
                    <a:pt x="763333" y="506056"/>
                  </a:lnTo>
                  <a:lnTo>
                    <a:pt x="791641" y="541324"/>
                  </a:lnTo>
                  <a:lnTo>
                    <a:pt x="830554" y="564819"/>
                  </a:lnTo>
                  <a:lnTo>
                    <a:pt x="876960" y="573366"/>
                  </a:lnTo>
                  <a:lnTo>
                    <a:pt x="923366" y="564819"/>
                  </a:lnTo>
                  <a:lnTo>
                    <a:pt x="962279" y="541324"/>
                  </a:lnTo>
                  <a:lnTo>
                    <a:pt x="983132" y="515340"/>
                  </a:lnTo>
                  <a:lnTo>
                    <a:pt x="990587" y="506056"/>
                  </a:lnTo>
                  <a:lnTo>
                    <a:pt x="1005192" y="462153"/>
                  </a:lnTo>
                  <a:lnTo>
                    <a:pt x="1023810" y="462153"/>
                  </a:lnTo>
                  <a:lnTo>
                    <a:pt x="1035532" y="460781"/>
                  </a:lnTo>
                  <a:lnTo>
                    <a:pt x="1041730" y="454558"/>
                  </a:lnTo>
                  <a:lnTo>
                    <a:pt x="1050010" y="445058"/>
                  </a:lnTo>
                  <a:lnTo>
                    <a:pt x="1058595" y="435330"/>
                  </a:lnTo>
                  <a:lnTo>
                    <a:pt x="1084478" y="399300"/>
                  </a:lnTo>
                  <a:lnTo>
                    <a:pt x="1084503" y="371678"/>
                  </a:lnTo>
                  <a:lnTo>
                    <a:pt x="1084567" y="291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547224" y="3777401"/>
            <a:ext cx="10449560" cy="0"/>
          </a:xfrm>
          <a:custGeom>
            <a:avLst/>
            <a:gdLst/>
            <a:ahLst/>
            <a:cxnLst/>
            <a:rect l="l" t="t" r="r" b="b"/>
            <a:pathLst>
              <a:path w="10449560" h="0">
                <a:moveTo>
                  <a:pt x="0" y="0"/>
                </a:moveTo>
                <a:lnTo>
                  <a:pt x="1044894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547224" y="3972663"/>
            <a:ext cx="1317625" cy="1317625"/>
            <a:chOff x="547224" y="3972663"/>
            <a:chExt cx="1317625" cy="1317625"/>
          </a:xfrm>
        </p:grpSpPr>
        <p:sp>
          <p:nvSpPr>
            <p:cNvPr id="16" name="object 16"/>
            <p:cNvSpPr/>
            <p:nvPr/>
          </p:nvSpPr>
          <p:spPr>
            <a:xfrm>
              <a:off x="547224" y="3972663"/>
              <a:ext cx="1317625" cy="1317625"/>
            </a:xfrm>
            <a:custGeom>
              <a:avLst/>
              <a:gdLst/>
              <a:ahLst/>
              <a:cxnLst/>
              <a:rect l="l" t="t" r="r" b="b"/>
              <a:pathLst>
                <a:path w="1317625" h="1317625">
                  <a:moveTo>
                    <a:pt x="658696" y="1317393"/>
                  </a:moveTo>
                  <a:lnTo>
                    <a:pt x="611655" y="1315739"/>
                  </a:lnTo>
                  <a:lnTo>
                    <a:pt x="565506" y="1310851"/>
                  </a:lnTo>
                  <a:lnTo>
                    <a:pt x="520361" y="1302842"/>
                  </a:lnTo>
                  <a:lnTo>
                    <a:pt x="476332" y="1291822"/>
                  </a:lnTo>
                  <a:lnTo>
                    <a:pt x="433531" y="1277903"/>
                  </a:lnTo>
                  <a:lnTo>
                    <a:pt x="392067" y="1261197"/>
                  </a:lnTo>
                  <a:lnTo>
                    <a:pt x="352054" y="1241814"/>
                  </a:lnTo>
                  <a:lnTo>
                    <a:pt x="313602" y="1219867"/>
                  </a:lnTo>
                  <a:lnTo>
                    <a:pt x="276824" y="1195467"/>
                  </a:lnTo>
                  <a:lnTo>
                    <a:pt x="241829" y="1168725"/>
                  </a:lnTo>
                  <a:lnTo>
                    <a:pt x="208731" y="1139752"/>
                  </a:lnTo>
                  <a:lnTo>
                    <a:pt x="177640" y="1108661"/>
                  </a:lnTo>
                  <a:lnTo>
                    <a:pt x="148667" y="1075563"/>
                  </a:lnTo>
                  <a:lnTo>
                    <a:pt x="121925" y="1040568"/>
                  </a:lnTo>
                  <a:lnTo>
                    <a:pt x="97525" y="1003790"/>
                  </a:lnTo>
                  <a:lnTo>
                    <a:pt x="75578" y="965338"/>
                  </a:lnTo>
                  <a:lnTo>
                    <a:pt x="56195" y="925325"/>
                  </a:lnTo>
                  <a:lnTo>
                    <a:pt x="39489" y="883861"/>
                  </a:lnTo>
                  <a:lnTo>
                    <a:pt x="25570" y="841059"/>
                  </a:lnTo>
                  <a:lnTo>
                    <a:pt x="14550" y="797031"/>
                  </a:lnTo>
                  <a:lnTo>
                    <a:pt x="6541" y="751886"/>
                  </a:lnTo>
                  <a:lnTo>
                    <a:pt x="1653" y="705737"/>
                  </a:lnTo>
                  <a:lnTo>
                    <a:pt x="0" y="658696"/>
                  </a:lnTo>
                  <a:lnTo>
                    <a:pt x="1653" y="611655"/>
                  </a:lnTo>
                  <a:lnTo>
                    <a:pt x="6541" y="565506"/>
                  </a:lnTo>
                  <a:lnTo>
                    <a:pt x="14550" y="520361"/>
                  </a:lnTo>
                  <a:lnTo>
                    <a:pt x="25570" y="476332"/>
                  </a:lnTo>
                  <a:lnTo>
                    <a:pt x="39489" y="433531"/>
                  </a:lnTo>
                  <a:lnTo>
                    <a:pt x="56195" y="392067"/>
                  </a:lnTo>
                  <a:lnTo>
                    <a:pt x="75578" y="352054"/>
                  </a:lnTo>
                  <a:lnTo>
                    <a:pt x="97525" y="313602"/>
                  </a:lnTo>
                  <a:lnTo>
                    <a:pt x="121925" y="276824"/>
                  </a:lnTo>
                  <a:lnTo>
                    <a:pt x="148667" y="241829"/>
                  </a:lnTo>
                  <a:lnTo>
                    <a:pt x="177640" y="208731"/>
                  </a:lnTo>
                  <a:lnTo>
                    <a:pt x="208731" y="177640"/>
                  </a:lnTo>
                  <a:lnTo>
                    <a:pt x="241829" y="148667"/>
                  </a:lnTo>
                  <a:lnTo>
                    <a:pt x="276824" y="121925"/>
                  </a:lnTo>
                  <a:lnTo>
                    <a:pt x="313602" y="97525"/>
                  </a:lnTo>
                  <a:lnTo>
                    <a:pt x="352054" y="75578"/>
                  </a:lnTo>
                  <a:lnTo>
                    <a:pt x="392067" y="56195"/>
                  </a:lnTo>
                  <a:lnTo>
                    <a:pt x="433531" y="39489"/>
                  </a:lnTo>
                  <a:lnTo>
                    <a:pt x="476332" y="25570"/>
                  </a:lnTo>
                  <a:lnTo>
                    <a:pt x="520361" y="14550"/>
                  </a:lnTo>
                  <a:lnTo>
                    <a:pt x="565506" y="6541"/>
                  </a:lnTo>
                  <a:lnTo>
                    <a:pt x="611655" y="1653"/>
                  </a:lnTo>
                  <a:lnTo>
                    <a:pt x="658696" y="0"/>
                  </a:lnTo>
                  <a:lnTo>
                    <a:pt x="705737" y="1653"/>
                  </a:lnTo>
                  <a:lnTo>
                    <a:pt x="751886" y="6541"/>
                  </a:lnTo>
                  <a:lnTo>
                    <a:pt x="797031" y="14550"/>
                  </a:lnTo>
                  <a:lnTo>
                    <a:pt x="841059" y="25570"/>
                  </a:lnTo>
                  <a:lnTo>
                    <a:pt x="883861" y="39489"/>
                  </a:lnTo>
                  <a:lnTo>
                    <a:pt x="925325" y="56195"/>
                  </a:lnTo>
                  <a:lnTo>
                    <a:pt x="965338" y="75578"/>
                  </a:lnTo>
                  <a:lnTo>
                    <a:pt x="1003790" y="97525"/>
                  </a:lnTo>
                  <a:lnTo>
                    <a:pt x="1040568" y="121925"/>
                  </a:lnTo>
                  <a:lnTo>
                    <a:pt x="1075563" y="148667"/>
                  </a:lnTo>
                  <a:lnTo>
                    <a:pt x="1108661" y="177640"/>
                  </a:lnTo>
                  <a:lnTo>
                    <a:pt x="1139752" y="208731"/>
                  </a:lnTo>
                  <a:lnTo>
                    <a:pt x="1168725" y="241829"/>
                  </a:lnTo>
                  <a:lnTo>
                    <a:pt x="1195467" y="276824"/>
                  </a:lnTo>
                  <a:lnTo>
                    <a:pt x="1219867" y="313602"/>
                  </a:lnTo>
                  <a:lnTo>
                    <a:pt x="1241814" y="352054"/>
                  </a:lnTo>
                  <a:lnTo>
                    <a:pt x="1261197" y="392067"/>
                  </a:lnTo>
                  <a:lnTo>
                    <a:pt x="1277903" y="433531"/>
                  </a:lnTo>
                  <a:lnTo>
                    <a:pt x="1291822" y="476332"/>
                  </a:lnTo>
                  <a:lnTo>
                    <a:pt x="1302842" y="520361"/>
                  </a:lnTo>
                  <a:lnTo>
                    <a:pt x="1310851" y="565506"/>
                  </a:lnTo>
                  <a:lnTo>
                    <a:pt x="1315739" y="611655"/>
                  </a:lnTo>
                  <a:lnTo>
                    <a:pt x="1317392" y="658696"/>
                  </a:lnTo>
                  <a:lnTo>
                    <a:pt x="1315739" y="705737"/>
                  </a:lnTo>
                  <a:lnTo>
                    <a:pt x="1310851" y="751886"/>
                  </a:lnTo>
                  <a:lnTo>
                    <a:pt x="1302842" y="797031"/>
                  </a:lnTo>
                  <a:lnTo>
                    <a:pt x="1291822" y="841059"/>
                  </a:lnTo>
                  <a:lnTo>
                    <a:pt x="1277903" y="883861"/>
                  </a:lnTo>
                  <a:lnTo>
                    <a:pt x="1261197" y="925325"/>
                  </a:lnTo>
                  <a:lnTo>
                    <a:pt x="1241814" y="965338"/>
                  </a:lnTo>
                  <a:lnTo>
                    <a:pt x="1219867" y="1003790"/>
                  </a:lnTo>
                  <a:lnTo>
                    <a:pt x="1195467" y="1040568"/>
                  </a:lnTo>
                  <a:lnTo>
                    <a:pt x="1168725" y="1075563"/>
                  </a:lnTo>
                  <a:lnTo>
                    <a:pt x="1139752" y="1108661"/>
                  </a:lnTo>
                  <a:lnTo>
                    <a:pt x="1108661" y="1139752"/>
                  </a:lnTo>
                  <a:lnTo>
                    <a:pt x="1075563" y="1168725"/>
                  </a:lnTo>
                  <a:lnTo>
                    <a:pt x="1040568" y="1195467"/>
                  </a:lnTo>
                  <a:lnTo>
                    <a:pt x="1003790" y="1219867"/>
                  </a:lnTo>
                  <a:lnTo>
                    <a:pt x="965338" y="1241814"/>
                  </a:lnTo>
                  <a:lnTo>
                    <a:pt x="925325" y="1261197"/>
                  </a:lnTo>
                  <a:lnTo>
                    <a:pt x="883861" y="1277903"/>
                  </a:lnTo>
                  <a:lnTo>
                    <a:pt x="841059" y="1291822"/>
                  </a:lnTo>
                  <a:lnTo>
                    <a:pt x="797031" y="1302842"/>
                  </a:lnTo>
                  <a:lnTo>
                    <a:pt x="751886" y="1310851"/>
                  </a:lnTo>
                  <a:lnTo>
                    <a:pt x="705737" y="1315739"/>
                  </a:lnTo>
                  <a:lnTo>
                    <a:pt x="658696" y="1317393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536" y="4111006"/>
              <a:ext cx="914399" cy="1038224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547224" y="5558307"/>
            <a:ext cx="10449560" cy="0"/>
          </a:xfrm>
          <a:custGeom>
            <a:avLst/>
            <a:gdLst/>
            <a:ahLst/>
            <a:cxnLst/>
            <a:rect l="l" t="t" r="r" b="b"/>
            <a:pathLst>
              <a:path w="10449560" h="0">
                <a:moveTo>
                  <a:pt x="0" y="0"/>
                </a:moveTo>
                <a:lnTo>
                  <a:pt x="1044894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547224" y="5715470"/>
            <a:ext cx="1317625" cy="1317625"/>
            <a:chOff x="547224" y="5715470"/>
            <a:chExt cx="1317625" cy="1317625"/>
          </a:xfrm>
        </p:grpSpPr>
        <p:sp>
          <p:nvSpPr>
            <p:cNvPr id="20" name="object 20"/>
            <p:cNvSpPr/>
            <p:nvPr/>
          </p:nvSpPr>
          <p:spPr>
            <a:xfrm>
              <a:off x="547224" y="5715470"/>
              <a:ext cx="1317625" cy="1317625"/>
            </a:xfrm>
            <a:custGeom>
              <a:avLst/>
              <a:gdLst/>
              <a:ahLst/>
              <a:cxnLst/>
              <a:rect l="l" t="t" r="r" b="b"/>
              <a:pathLst>
                <a:path w="1317625" h="1317625">
                  <a:moveTo>
                    <a:pt x="658696" y="1317393"/>
                  </a:moveTo>
                  <a:lnTo>
                    <a:pt x="611655" y="1315739"/>
                  </a:lnTo>
                  <a:lnTo>
                    <a:pt x="565506" y="1310851"/>
                  </a:lnTo>
                  <a:lnTo>
                    <a:pt x="520361" y="1302842"/>
                  </a:lnTo>
                  <a:lnTo>
                    <a:pt x="476332" y="1291822"/>
                  </a:lnTo>
                  <a:lnTo>
                    <a:pt x="433531" y="1277904"/>
                  </a:lnTo>
                  <a:lnTo>
                    <a:pt x="392067" y="1261197"/>
                  </a:lnTo>
                  <a:lnTo>
                    <a:pt x="352054" y="1241815"/>
                  </a:lnTo>
                  <a:lnTo>
                    <a:pt x="313602" y="1219867"/>
                  </a:lnTo>
                  <a:lnTo>
                    <a:pt x="276824" y="1195467"/>
                  </a:lnTo>
                  <a:lnTo>
                    <a:pt x="241829" y="1168725"/>
                  </a:lnTo>
                  <a:lnTo>
                    <a:pt x="208731" y="1139752"/>
                  </a:lnTo>
                  <a:lnTo>
                    <a:pt x="177640" y="1108661"/>
                  </a:lnTo>
                  <a:lnTo>
                    <a:pt x="148667" y="1075563"/>
                  </a:lnTo>
                  <a:lnTo>
                    <a:pt x="121925" y="1040568"/>
                  </a:lnTo>
                  <a:lnTo>
                    <a:pt x="97525" y="1003789"/>
                  </a:lnTo>
                  <a:lnTo>
                    <a:pt x="75578" y="965338"/>
                  </a:lnTo>
                  <a:lnTo>
                    <a:pt x="56195" y="925324"/>
                  </a:lnTo>
                  <a:lnTo>
                    <a:pt x="39489" y="883861"/>
                  </a:lnTo>
                  <a:lnTo>
                    <a:pt x="25570" y="841059"/>
                  </a:lnTo>
                  <a:lnTo>
                    <a:pt x="14550" y="797030"/>
                  </a:lnTo>
                  <a:lnTo>
                    <a:pt x="6541" y="751886"/>
                  </a:lnTo>
                  <a:lnTo>
                    <a:pt x="1653" y="705737"/>
                  </a:lnTo>
                  <a:lnTo>
                    <a:pt x="0" y="658696"/>
                  </a:lnTo>
                  <a:lnTo>
                    <a:pt x="1653" y="611654"/>
                  </a:lnTo>
                  <a:lnTo>
                    <a:pt x="6541" y="565506"/>
                  </a:lnTo>
                  <a:lnTo>
                    <a:pt x="14550" y="520361"/>
                  </a:lnTo>
                  <a:lnTo>
                    <a:pt x="25570" y="476332"/>
                  </a:lnTo>
                  <a:lnTo>
                    <a:pt x="39489" y="433531"/>
                  </a:lnTo>
                  <a:lnTo>
                    <a:pt x="56195" y="392067"/>
                  </a:lnTo>
                  <a:lnTo>
                    <a:pt x="75578" y="352054"/>
                  </a:lnTo>
                  <a:lnTo>
                    <a:pt x="97525" y="313602"/>
                  </a:lnTo>
                  <a:lnTo>
                    <a:pt x="121925" y="276824"/>
                  </a:lnTo>
                  <a:lnTo>
                    <a:pt x="148667" y="241829"/>
                  </a:lnTo>
                  <a:lnTo>
                    <a:pt x="177640" y="208731"/>
                  </a:lnTo>
                  <a:lnTo>
                    <a:pt x="208731" y="177640"/>
                  </a:lnTo>
                  <a:lnTo>
                    <a:pt x="241829" y="148667"/>
                  </a:lnTo>
                  <a:lnTo>
                    <a:pt x="276824" y="121925"/>
                  </a:lnTo>
                  <a:lnTo>
                    <a:pt x="313602" y="97525"/>
                  </a:lnTo>
                  <a:lnTo>
                    <a:pt x="352054" y="75578"/>
                  </a:lnTo>
                  <a:lnTo>
                    <a:pt x="392067" y="56195"/>
                  </a:lnTo>
                  <a:lnTo>
                    <a:pt x="433531" y="39489"/>
                  </a:lnTo>
                  <a:lnTo>
                    <a:pt x="476332" y="25570"/>
                  </a:lnTo>
                  <a:lnTo>
                    <a:pt x="520361" y="14550"/>
                  </a:lnTo>
                  <a:lnTo>
                    <a:pt x="565506" y="6541"/>
                  </a:lnTo>
                  <a:lnTo>
                    <a:pt x="611655" y="1653"/>
                  </a:lnTo>
                  <a:lnTo>
                    <a:pt x="658696" y="0"/>
                  </a:lnTo>
                  <a:lnTo>
                    <a:pt x="705737" y="1653"/>
                  </a:lnTo>
                  <a:lnTo>
                    <a:pt x="751886" y="6541"/>
                  </a:lnTo>
                  <a:lnTo>
                    <a:pt x="797031" y="14550"/>
                  </a:lnTo>
                  <a:lnTo>
                    <a:pt x="841059" y="25570"/>
                  </a:lnTo>
                  <a:lnTo>
                    <a:pt x="883861" y="39489"/>
                  </a:lnTo>
                  <a:lnTo>
                    <a:pt x="925325" y="56195"/>
                  </a:lnTo>
                  <a:lnTo>
                    <a:pt x="965338" y="75578"/>
                  </a:lnTo>
                  <a:lnTo>
                    <a:pt x="1003790" y="97525"/>
                  </a:lnTo>
                  <a:lnTo>
                    <a:pt x="1040568" y="121925"/>
                  </a:lnTo>
                  <a:lnTo>
                    <a:pt x="1075563" y="148667"/>
                  </a:lnTo>
                  <a:lnTo>
                    <a:pt x="1108661" y="177640"/>
                  </a:lnTo>
                  <a:lnTo>
                    <a:pt x="1139752" y="208731"/>
                  </a:lnTo>
                  <a:lnTo>
                    <a:pt x="1168725" y="241829"/>
                  </a:lnTo>
                  <a:lnTo>
                    <a:pt x="1195467" y="276824"/>
                  </a:lnTo>
                  <a:lnTo>
                    <a:pt x="1219867" y="313602"/>
                  </a:lnTo>
                  <a:lnTo>
                    <a:pt x="1241814" y="352054"/>
                  </a:lnTo>
                  <a:lnTo>
                    <a:pt x="1261197" y="392067"/>
                  </a:lnTo>
                  <a:lnTo>
                    <a:pt x="1277903" y="433531"/>
                  </a:lnTo>
                  <a:lnTo>
                    <a:pt x="1291822" y="476332"/>
                  </a:lnTo>
                  <a:lnTo>
                    <a:pt x="1302842" y="520361"/>
                  </a:lnTo>
                  <a:lnTo>
                    <a:pt x="1310851" y="565506"/>
                  </a:lnTo>
                  <a:lnTo>
                    <a:pt x="1315739" y="611654"/>
                  </a:lnTo>
                  <a:lnTo>
                    <a:pt x="1317392" y="658696"/>
                  </a:lnTo>
                  <a:lnTo>
                    <a:pt x="1315739" y="705737"/>
                  </a:lnTo>
                  <a:lnTo>
                    <a:pt x="1310851" y="751886"/>
                  </a:lnTo>
                  <a:lnTo>
                    <a:pt x="1302842" y="797030"/>
                  </a:lnTo>
                  <a:lnTo>
                    <a:pt x="1291822" y="841059"/>
                  </a:lnTo>
                  <a:lnTo>
                    <a:pt x="1277903" y="883861"/>
                  </a:lnTo>
                  <a:lnTo>
                    <a:pt x="1261197" y="925324"/>
                  </a:lnTo>
                  <a:lnTo>
                    <a:pt x="1241814" y="965338"/>
                  </a:lnTo>
                  <a:lnTo>
                    <a:pt x="1219867" y="1003789"/>
                  </a:lnTo>
                  <a:lnTo>
                    <a:pt x="1195467" y="1040568"/>
                  </a:lnTo>
                  <a:lnTo>
                    <a:pt x="1168725" y="1075563"/>
                  </a:lnTo>
                  <a:lnTo>
                    <a:pt x="1139752" y="1108661"/>
                  </a:lnTo>
                  <a:lnTo>
                    <a:pt x="1108661" y="1139752"/>
                  </a:lnTo>
                  <a:lnTo>
                    <a:pt x="1075563" y="1168725"/>
                  </a:lnTo>
                  <a:lnTo>
                    <a:pt x="1040568" y="1195467"/>
                  </a:lnTo>
                  <a:lnTo>
                    <a:pt x="1003790" y="1219867"/>
                  </a:lnTo>
                  <a:lnTo>
                    <a:pt x="965338" y="1241815"/>
                  </a:lnTo>
                  <a:lnTo>
                    <a:pt x="925325" y="1261197"/>
                  </a:lnTo>
                  <a:lnTo>
                    <a:pt x="883861" y="1277904"/>
                  </a:lnTo>
                  <a:lnTo>
                    <a:pt x="841059" y="1291822"/>
                  </a:lnTo>
                  <a:lnTo>
                    <a:pt x="797031" y="1302842"/>
                  </a:lnTo>
                  <a:lnTo>
                    <a:pt x="751886" y="1310851"/>
                  </a:lnTo>
                  <a:lnTo>
                    <a:pt x="705737" y="1315739"/>
                  </a:lnTo>
                  <a:lnTo>
                    <a:pt x="658696" y="1317393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2845" y="5761820"/>
              <a:ext cx="419099" cy="1266824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661427" y="7190025"/>
            <a:ext cx="10449560" cy="0"/>
          </a:xfrm>
          <a:custGeom>
            <a:avLst/>
            <a:gdLst/>
            <a:ahLst/>
            <a:cxnLst/>
            <a:rect l="l" t="t" r="r" b="b"/>
            <a:pathLst>
              <a:path w="10449560" h="0">
                <a:moveTo>
                  <a:pt x="0" y="0"/>
                </a:moveTo>
                <a:lnTo>
                  <a:pt x="1044894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547224" y="7347187"/>
            <a:ext cx="1317625" cy="1317625"/>
            <a:chOff x="547224" y="7347187"/>
            <a:chExt cx="1317625" cy="1317625"/>
          </a:xfrm>
        </p:grpSpPr>
        <p:sp>
          <p:nvSpPr>
            <p:cNvPr id="24" name="object 24"/>
            <p:cNvSpPr/>
            <p:nvPr/>
          </p:nvSpPr>
          <p:spPr>
            <a:xfrm>
              <a:off x="547224" y="7347187"/>
              <a:ext cx="1317625" cy="1317625"/>
            </a:xfrm>
            <a:custGeom>
              <a:avLst/>
              <a:gdLst/>
              <a:ahLst/>
              <a:cxnLst/>
              <a:rect l="l" t="t" r="r" b="b"/>
              <a:pathLst>
                <a:path w="1317625" h="1317625">
                  <a:moveTo>
                    <a:pt x="658696" y="1317392"/>
                  </a:moveTo>
                  <a:lnTo>
                    <a:pt x="611655" y="1315738"/>
                  </a:lnTo>
                  <a:lnTo>
                    <a:pt x="565506" y="1310851"/>
                  </a:lnTo>
                  <a:lnTo>
                    <a:pt x="520361" y="1302842"/>
                  </a:lnTo>
                  <a:lnTo>
                    <a:pt x="476332" y="1291822"/>
                  </a:lnTo>
                  <a:lnTo>
                    <a:pt x="433531" y="1277903"/>
                  </a:lnTo>
                  <a:lnTo>
                    <a:pt x="392067" y="1261197"/>
                  </a:lnTo>
                  <a:lnTo>
                    <a:pt x="352054" y="1241814"/>
                  </a:lnTo>
                  <a:lnTo>
                    <a:pt x="313602" y="1219867"/>
                  </a:lnTo>
                  <a:lnTo>
                    <a:pt x="276824" y="1195467"/>
                  </a:lnTo>
                  <a:lnTo>
                    <a:pt x="241829" y="1168725"/>
                  </a:lnTo>
                  <a:lnTo>
                    <a:pt x="208731" y="1139752"/>
                  </a:lnTo>
                  <a:lnTo>
                    <a:pt x="177640" y="1108661"/>
                  </a:lnTo>
                  <a:lnTo>
                    <a:pt x="148667" y="1075563"/>
                  </a:lnTo>
                  <a:lnTo>
                    <a:pt x="121925" y="1040568"/>
                  </a:lnTo>
                  <a:lnTo>
                    <a:pt x="97525" y="1003789"/>
                  </a:lnTo>
                  <a:lnTo>
                    <a:pt x="75578" y="965338"/>
                  </a:lnTo>
                  <a:lnTo>
                    <a:pt x="56195" y="925324"/>
                  </a:lnTo>
                  <a:lnTo>
                    <a:pt x="39489" y="883861"/>
                  </a:lnTo>
                  <a:lnTo>
                    <a:pt x="25570" y="841059"/>
                  </a:lnTo>
                  <a:lnTo>
                    <a:pt x="14550" y="797030"/>
                  </a:lnTo>
                  <a:lnTo>
                    <a:pt x="6541" y="751886"/>
                  </a:lnTo>
                  <a:lnTo>
                    <a:pt x="1653" y="705737"/>
                  </a:lnTo>
                  <a:lnTo>
                    <a:pt x="0" y="658695"/>
                  </a:lnTo>
                  <a:lnTo>
                    <a:pt x="1653" y="611654"/>
                  </a:lnTo>
                  <a:lnTo>
                    <a:pt x="6541" y="565505"/>
                  </a:lnTo>
                  <a:lnTo>
                    <a:pt x="14550" y="520361"/>
                  </a:lnTo>
                  <a:lnTo>
                    <a:pt x="25570" y="476332"/>
                  </a:lnTo>
                  <a:lnTo>
                    <a:pt x="39489" y="433530"/>
                  </a:lnTo>
                  <a:lnTo>
                    <a:pt x="56195" y="392067"/>
                  </a:lnTo>
                  <a:lnTo>
                    <a:pt x="75578" y="352054"/>
                  </a:lnTo>
                  <a:lnTo>
                    <a:pt x="97525" y="313602"/>
                  </a:lnTo>
                  <a:lnTo>
                    <a:pt x="121925" y="276823"/>
                  </a:lnTo>
                  <a:lnTo>
                    <a:pt x="148667" y="241829"/>
                  </a:lnTo>
                  <a:lnTo>
                    <a:pt x="177640" y="208730"/>
                  </a:lnTo>
                  <a:lnTo>
                    <a:pt x="208731" y="177639"/>
                  </a:lnTo>
                  <a:lnTo>
                    <a:pt x="241829" y="148667"/>
                  </a:lnTo>
                  <a:lnTo>
                    <a:pt x="276824" y="121925"/>
                  </a:lnTo>
                  <a:lnTo>
                    <a:pt x="313602" y="97525"/>
                  </a:lnTo>
                  <a:lnTo>
                    <a:pt x="352054" y="75577"/>
                  </a:lnTo>
                  <a:lnTo>
                    <a:pt x="392067" y="56195"/>
                  </a:lnTo>
                  <a:lnTo>
                    <a:pt x="433531" y="39489"/>
                  </a:lnTo>
                  <a:lnTo>
                    <a:pt x="476332" y="25570"/>
                  </a:lnTo>
                  <a:lnTo>
                    <a:pt x="520361" y="14550"/>
                  </a:lnTo>
                  <a:lnTo>
                    <a:pt x="565506" y="6541"/>
                  </a:lnTo>
                  <a:lnTo>
                    <a:pt x="611655" y="1653"/>
                  </a:lnTo>
                  <a:lnTo>
                    <a:pt x="658696" y="0"/>
                  </a:lnTo>
                  <a:lnTo>
                    <a:pt x="705737" y="1653"/>
                  </a:lnTo>
                  <a:lnTo>
                    <a:pt x="751886" y="6541"/>
                  </a:lnTo>
                  <a:lnTo>
                    <a:pt x="797031" y="14550"/>
                  </a:lnTo>
                  <a:lnTo>
                    <a:pt x="841059" y="25570"/>
                  </a:lnTo>
                  <a:lnTo>
                    <a:pt x="883861" y="39489"/>
                  </a:lnTo>
                  <a:lnTo>
                    <a:pt x="925325" y="56195"/>
                  </a:lnTo>
                  <a:lnTo>
                    <a:pt x="965338" y="75577"/>
                  </a:lnTo>
                  <a:lnTo>
                    <a:pt x="1003790" y="97525"/>
                  </a:lnTo>
                  <a:lnTo>
                    <a:pt x="1040568" y="121925"/>
                  </a:lnTo>
                  <a:lnTo>
                    <a:pt x="1075563" y="148667"/>
                  </a:lnTo>
                  <a:lnTo>
                    <a:pt x="1108661" y="177639"/>
                  </a:lnTo>
                  <a:lnTo>
                    <a:pt x="1139752" y="208730"/>
                  </a:lnTo>
                  <a:lnTo>
                    <a:pt x="1168725" y="241829"/>
                  </a:lnTo>
                  <a:lnTo>
                    <a:pt x="1195467" y="276823"/>
                  </a:lnTo>
                  <a:lnTo>
                    <a:pt x="1219867" y="313602"/>
                  </a:lnTo>
                  <a:lnTo>
                    <a:pt x="1241814" y="352054"/>
                  </a:lnTo>
                  <a:lnTo>
                    <a:pt x="1261197" y="392067"/>
                  </a:lnTo>
                  <a:lnTo>
                    <a:pt x="1277903" y="433530"/>
                  </a:lnTo>
                  <a:lnTo>
                    <a:pt x="1291822" y="476332"/>
                  </a:lnTo>
                  <a:lnTo>
                    <a:pt x="1302842" y="520361"/>
                  </a:lnTo>
                  <a:lnTo>
                    <a:pt x="1310851" y="565505"/>
                  </a:lnTo>
                  <a:lnTo>
                    <a:pt x="1315739" y="611654"/>
                  </a:lnTo>
                  <a:lnTo>
                    <a:pt x="1317392" y="658695"/>
                  </a:lnTo>
                  <a:lnTo>
                    <a:pt x="1315739" y="705737"/>
                  </a:lnTo>
                  <a:lnTo>
                    <a:pt x="1310851" y="751886"/>
                  </a:lnTo>
                  <a:lnTo>
                    <a:pt x="1302842" y="797030"/>
                  </a:lnTo>
                  <a:lnTo>
                    <a:pt x="1291822" y="841059"/>
                  </a:lnTo>
                  <a:lnTo>
                    <a:pt x="1277903" y="883861"/>
                  </a:lnTo>
                  <a:lnTo>
                    <a:pt x="1261197" y="925324"/>
                  </a:lnTo>
                  <a:lnTo>
                    <a:pt x="1241814" y="965338"/>
                  </a:lnTo>
                  <a:lnTo>
                    <a:pt x="1219867" y="1003789"/>
                  </a:lnTo>
                  <a:lnTo>
                    <a:pt x="1195467" y="1040568"/>
                  </a:lnTo>
                  <a:lnTo>
                    <a:pt x="1168725" y="1075563"/>
                  </a:lnTo>
                  <a:lnTo>
                    <a:pt x="1139752" y="1108661"/>
                  </a:lnTo>
                  <a:lnTo>
                    <a:pt x="1108661" y="1139752"/>
                  </a:lnTo>
                  <a:lnTo>
                    <a:pt x="1075563" y="1168725"/>
                  </a:lnTo>
                  <a:lnTo>
                    <a:pt x="1040568" y="1195467"/>
                  </a:lnTo>
                  <a:lnTo>
                    <a:pt x="1003790" y="1219867"/>
                  </a:lnTo>
                  <a:lnTo>
                    <a:pt x="965338" y="1241814"/>
                  </a:lnTo>
                  <a:lnTo>
                    <a:pt x="925325" y="1261197"/>
                  </a:lnTo>
                  <a:lnTo>
                    <a:pt x="883861" y="1277903"/>
                  </a:lnTo>
                  <a:lnTo>
                    <a:pt x="841059" y="1291822"/>
                  </a:lnTo>
                  <a:lnTo>
                    <a:pt x="797031" y="1302842"/>
                  </a:lnTo>
                  <a:lnTo>
                    <a:pt x="751886" y="1310851"/>
                  </a:lnTo>
                  <a:lnTo>
                    <a:pt x="705737" y="1315738"/>
                  </a:lnTo>
                  <a:lnTo>
                    <a:pt x="658696" y="1317392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46531" y="7595424"/>
              <a:ext cx="981075" cy="865505"/>
            </a:xfrm>
            <a:custGeom>
              <a:avLst/>
              <a:gdLst/>
              <a:ahLst/>
              <a:cxnLst/>
              <a:rect l="l" t="t" r="r" b="b"/>
              <a:pathLst>
                <a:path w="981075" h="865504">
                  <a:moveTo>
                    <a:pt x="716318" y="280022"/>
                  </a:moveTo>
                  <a:lnTo>
                    <a:pt x="715899" y="271995"/>
                  </a:lnTo>
                  <a:lnTo>
                    <a:pt x="715073" y="263994"/>
                  </a:lnTo>
                  <a:lnTo>
                    <a:pt x="671499" y="268579"/>
                  </a:lnTo>
                  <a:lnTo>
                    <a:pt x="672198" y="275056"/>
                  </a:lnTo>
                  <a:lnTo>
                    <a:pt x="672541" y="281546"/>
                  </a:lnTo>
                  <a:lnTo>
                    <a:pt x="669023" y="323748"/>
                  </a:lnTo>
                  <a:lnTo>
                    <a:pt x="655002" y="366268"/>
                  </a:lnTo>
                  <a:lnTo>
                    <a:pt x="631088" y="404075"/>
                  </a:lnTo>
                  <a:lnTo>
                    <a:pt x="598728" y="434936"/>
                  </a:lnTo>
                  <a:lnTo>
                    <a:pt x="559828" y="457009"/>
                  </a:lnTo>
                  <a:lnTo>
                    <a:pt x="516750" y="468934"/>
                  </a:lnTo>
                  <a:lnTo>
                    <a:pt x="489978" y="470903"/>
                  </a:lnTo>
                  <a:lnTo>
                    <a:pt x="480999" y="470674"/>
                  </a:lnTo>
                  <a:lnTo>
                    <a:pt x="436994" y="463003"/>
                  </a:lnTo>
                  <a:lnTo>
                    <a:pt x="396151" y="444842"/>
                  </a:lnTo>
                  <a:lnTo>
                    <a:pt x="360934" y="417271"/>
                  </a:lnTo>
                  <a:lnTo>
                    <a:pt x="333451" y="381952"/>
                  </a:lnTo>
                  <a:lnTo>
                    <a:pt x="315379" y="341020"/>
                  </a:lnTo>
                  <a:lnTo>
                    <a:pt x="307771" y="296900"/>
                  </a:lnTo>
                  <a:lnTo>
                    <a:pt x="307555" y="287921"/>
                  </a:lnTo>
                  <a:lnTo>
                    <a:pt x="307784" y="278930"/>
                  </a:lnTo>
                  <a:lnTo>
                    <a:pt x="315455" y="234835"/>
                  </a:lnTo>
                  <a:lnTo>
                    <a:pt x="333603" y="193929"/>
                  </a:lnTo>
                  <a:lnTo>
                    <a:pt x="361137" y="158648"/>
                  </a:lnTo>
                  <a:lnTo>
                    <a:pt x="396405" y="131140"/>
                  </a:lnTo>
                  <a:lnTo>
                    <a:pt x="437273" y="113042"/>
                  </a:lnTo>
                  <a:lnTo>
                    <a:pt x="481291" y="105435"/>
                  </a:lnTo>
                  <a:lnTo>
                    <a:pt x="490258" y="105232"/>
                  </a:lnTo>
                  <a:lnTo>
                    <a:pt x="496760" y="105244"/>
                  </a:lnTo>
                  <a:lnTo>
                    <a:pt x="503250" y="105587"/>
                  </a:lnTo>
                  <a:lnTo>
                    <a:pt x="509714" y="106260"/>
                  </a:lnTo>
                  <a:lnTo>
                    <a:pt x="514337" y="62877"/>
                  </a:lnTo>
                  <a:lnTo>
                    <a:pt x="506336" y="62001"/>
                  </a:lnTo>
                  <a:lnTo>
                    <a:pt x="498309" y="61569"/>
                  </a:lnTo>
                  <a:lnTo>
                    <a:pt x="482854" y="61569"/>
                  </a:lnTo>
                  <a:lnTo>
                    <a:pt x="438899" y="67360"/>
                  </a:lnTo>
                  <a:lnTo>
                    <a:pt x="396913" y="81648"/>
                  </a:lnTo>
                  <a:lnTo>
                    <a:pt x="358508" y="103860"/>
                  </a:lnTo>
                  <a:lnTo>
                    <a:pt x="325170" y="133146"/>
                  </a:lnTo>
                  <a:lnTo>
                    <a:pt x="298183" y="168402"/>
                  </a:lnTo>
                  <a:lnTo>
                    <a:pt x="278574" y="208241"/>
                  </a:lnTo>
                  <a:lnTo>
                    <a:pt x="267093" y="251155"/>
                  </a:lnTo>
                  <a:lnTo>
                    <a:pt x="264198" y="280644"/>
                  </a:lnTo>
                  <a:lnTo>
                    <a:pt x="264198" y="295478"/>
                  </a:lnTo>
                  <a:lnTo>
                    <a:pt x="269989" y="339534"/>
                  </a:lnTo>
                  <a:lnTo>
                    <a:pt x="284238" y="381596"/>
                  </a:lnTo>
                  <a:lnTo>
                    <a:pt x="306412" y="420065"/>
                  </a:lnTo>
                  <a:lnTo>
                    <a:pt x="335648" y="453466"/>
                  </a:lnTo>
                  <a:lnTo>
                    <a:pt x="370827" y="480517"/>
                  </a:lnTo>
                  <a:lnTo>
                    <a:pt x="410591" y="500164"/>
                  </a:lnTo>
                  <a:lnTo>
                    <a:pt x="453428" y="511657"/>
                  </a:lnTo>
                  <a:lnTo>
                    <a:pt x="482854" y="514565"/>
                  </a:lnTo>
                  <a:lnTo>
                    <a:pt x="490258" y="514565"/>
                  </a:lnTo>
                  <a:lnTo>
                    <a:pt x="541616" y="508723"/>
                  </a:lnTo>
                  <a:lnTo>
                    <a:pt x="583577" y="494423"/>
                  </a:lnTo>
                  <a:lnTo>
                    <a:pt x="621957" y="472198"/>
                  </a:lnTo>
                  <a:lnTo>
                    <a:pt x="655281" y="442912"/>
                  </a:lnTo>
                  <a:lnTo>
                    <a:pt x="682282" y="407682"/>
                  </a:lnTo>
                  <a:lnTo>
                    <a:pt x="701903" y="367855"/>
                  </a:lnTo>
                  <a:lnTo>
                    <a:pt x="713397" y="324967"/>
                  </a:lnTo>
                  <a:lnTo>
                    <a:pt x="716318" y="295478"/>
                  </a:lnTo>
                  <a:lnTo>
                    <a:pt x="716318" y="280022"/>
                  </a:lnTo>
                  <a:close/>
                </a:path>
                <a:path w="981075" h="865504">
                  <a:moveTo>
                    <a:pt x="812698" y="821778"/>
                  </a:moveTo>
                  <a:lnTo>
                    <a:pt x="688009" y="821778"/>
                  </a:lnTo>
                  <a:lnTo>
                    <a:pt x="688009" y="689317"/>
                  </a:lnTo>
                  <a:lnTo>
                    <a:pt x="644423" y="689317"/>
                  </a:lnTo>
                  <a:lnTo>
                    <a:pt x="644423" y="821778"/>
                  </a:lnTo>
                  <a:lnTo>
                    <a:pt x="336486" y="821778"/>
                  </a:lnTo>
                  <a:lnTo>
                    <a:pt x="336486" y="689317"/>
                  </a:lnTo>
                  <a:lnTo>
                    <a:pt x="292900" y="689317"/>
                  </a:lnTo>
                  <a:lnTo>
                    <a:pt x="292900" y="821778"/>
                  </a:lnTo>
                  <a:lnTo>
                    <a:pt x="168275" y="821778"/>
                  </a:lnTo>
                  <a:lnTo>
                    <a:pt x="168275" y="865441"/>
                  </a:lnTo>
                  <a:lnTo>
                    <a:pt x="812698" y="865441"/>
                  </a:lnTo>
                  <a:lnTo>
                    <a:pt x="812698" y="821778"/>
                  </a:lnTo>
                  <a:close/>
                </a:path>
                <a:path w="981075" h="865504">
                  <a:moveTo>
                    <a:pt x="980960" y="43662"/>
                  </a:moveTo>
                  <a:lnTo>
                    <a:pt x="937387" y="43662"/>
                  </a:lnTo>
                  <a:lnTo>
                    <a:pt x="937387" y="528269"/>
                  </a:lnTo>
                  <a:lnTo>
                    <a:pt x="980960" y="528269"/>
                  </a:lnTo>
                  <a:lnTo>
                    <a:pt x="980960" y="43662"/>
                  </a:lnTo>
                  <a:close/>
                </a:path>
                <a:path w="981075" h="865504">
                  <a:moveTo>
                    <a:pt x="980960" y="0"/>
                  </a:moveTo>
                  <a:lnTo>
                    <a:pt x="0" y="0"/>
                  </a:lnTo>
                  <a:lnTo>
                    <a:pt x="0" y="43218"/>
                  </a:lnTo>
                  <a:lnTo>
                    <a:pt x="0" y="528828"/>
                  </a:lnTo>
                  <a:lnTo>
                    <a:pt x="0" y="572046"/>
                  </a:lnTo>
                  <a:lnTo>
                    <a:pt x="0" y="645782"/>
                  </a:lnTo>
                  <a:lnTo>
                    <a:pt x="0" y="689000"/>
                  </a:lnTo>
                  <a:lnTo>
                    <a:pt x="980960" y="689000"/>
                  </a:lnTo>
                  <a:lnTo>
                    <a:pt x="980960" y="645782"/>
                  </a:lnTo>
                  <a:lnTo>
                    <a:pt x="43573" y="645782"/>
                  </a:lnTo>
                  <a:lnTo>
                    <a:pt x="43573" y="572046"/>
                  </a:lnTo>
                  <a:lnTo>
                    <a:pt x="937387" y="572046"/>
                  </a:lnTo>
                  <a:lnTo>
                    <a:pt x="937387" y="645655"/>
                  </a:lnTo>
                  <a:lnTo>
                    <a:pt x="980960" y="645655"/>
                  </a:lnTo>
                  <a:lnTo>
                    <a:pt x="980960" y="572046"/>
                  </a:lnTo>
                  <a:lnTo>
                    <a:pt x="980960" y="528828"/>
                  </a:lnTo>
                  <a:lnTo>
                    <a:pt x="43573" y="528828"/>
                  </a:lnTo>
                  <a:lnTo>
                    <a:pt x="43573" y="43218"/>
                  </a:lnTo>
                  <a:lnTo>
                    <a:pt x="980960" y="43218"/>
                  </a:lnTo>
                  <a:lnTo>
                    <a:pt x="980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6645" y="7665554"/>
              <a:ext cx="167888" cy="16793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15224" y="7749247"/>
              <a:ext cx="125730" cy="154305"/>
            </a:xfrm>
            <a:custGeom>
              <a:avLst/>
              <a:gdLst/>
              <a:ahLst/>
              <a:cxnLst/>
              <a:rect l="l" t="t" r="r" b="b"/>
              <a:pathLst>
                <a:path w="125730" h="154304">
                  <a:moveTo>
                    <a:pt x="125285" y="109321"/>
                  </a:moveTo>
                  <a:lnTo>
                    <a:pt x="43573" y="109321"/>
                  </a:lnTo>
                  <a:lnTo>
                    <a:pt x="43573" y="0"/>
                  </a:lnTo>
                  <a:lnTo>
                    <a:pt x="0" y="0"/>
                  </a:lnTo>
                  <a:lnTo>
                    <a:pt x="0" y="109321"/>
                  </a:lnTo>
                  <a:lnTo>
                    <a:pt x="0" y="153809"/>
                  </a:lnTo>
                  <a:lnTo>
                    <a:pt x="125285" y="153809"/>
                  </a:lnTo>
                  <a:lnTo>
                    <a:pt x="125285" y="109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/>
          <p:nvPr/>
        </p:nvSpPr>
        <p:spPr>
          <a:xfrm>
            <a:off x="661427" y="8736017"/>
            <a:ext cx="10449560" cy="0"/>
          </a:xfrm>
          <a:custGeom>
            <a:avLst/>
            <a:gdLst/>
            <a:ahLst/>
            <a:cxnLst/>
            <a:rect l="l" t="t" r="r" b="b"/>
            <a:pathLst>
              <a:path w="10449560" h="0">
                <a:moveTo>
                  <a:pt x="0" y="0"/>
                </a:moveTo>
                <a:lnTo>
                  <a:pt x="1044894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" name="object 29"/>
          <p:cNvGrpSpPr/>
          <p:nvPr/>
        </p:nvGrpSpPr>
        <p:grpSpPr>
          <a:xfrm>
            <a:off x="547224" y="8791696"/>
            <a:ext cx="1317625" cy="1317625"/>
            <a:chOff x="547224" y="8791696"/>
            <a:chExt cx="1317625" cy="1317625"/>
          </a:xfrm>
        </p:grpSpPr>
        <p:sp>
          <p:nvSpPr>
            <p:cNvPr id="30" name="object 30"/>
            <p:cNvSpPr/>
            <p:nvPr/>
          </p:nvSpPr>
          <p:spPr>
            <a:xfrm>
              <a:off x="547224" y="8791696"/>
              <a:ext cx="1317625" cy="1317625"/>
            </a:xfrm>
            <a:custGeom>
              <a:avLst/>
              <a:gdLst/>
              <a:ahLst/>
              <a:cxnLst/>
              <a:rect l="l" t="t" r="r" b="b"/>
              <a:pathLst>
                <a:path w="1317625" h="1317625">
                  <a:moveTo>
                    <a:pt x="658696" y="1317393"/>
                  </a:moveTo>
                  <a:lnTo>
                    <a:pt x="611655" y="1315739"/>
                  </a:lnTo>
                  <a:lnTo>
                    <a:pt x="565506" y="1310851"/>
                  </a:lnTo>
                  <a:lnTo>
                    <a:pt x="520361" y="1302842"/>
                  </a:lnTo>
                  <a:lnTo>
                    <a:pt x="476332" y="1291822"/>
                  </a:lnTo>
                  <a:lnTo>
                    <a:pt x="433531" y="1277904"/>
                  </a:lnTo>
                  <a:lnTo>
                    <a:pt x="392067" y="1261197"/>
                  </a:lnTo>
                  <a:lnTo>
                    <a:pt x="352054" y="1241815"/>
                  </a:lnTo>
                  <a:lnTo>
                    <a:pt x="313602" y="1219867"/>
                  </a:lnTo>
                  <a:lnTo>
                    <a:pt x="276824" y="1195467"/>
                  </a:lnTo>
                  <a:lnTo>
                    <a:pt x="241829" y="1168725"/>
                  </a:lnTo>
                  <a:lnTo>
                    <a:pt x="208731" y="1139752"/>
                  </a:lnTo>
                  <a:lnTo>
                    <a:pt x="177640" y="1108661"/>
                  </a:lnTo>
                  <a:lnTo>
                    <a:pt x="148667" y="1075563"/>
                  </a:lnTo>
                  <a:lnTo>
                    <a:pt x="121925" y="1040568"/>
                  </a:lnTo>
                  <a:lnTo>
                    <a:pt x="97525" y="1003789"/>
                  </a:lnTo>
                  <a:lnTo>
                    <a:pt x="75578" y="965338"/>
                  </a:lnTo>
                  <a:lnTo>
                    <a:pt x="56195" y="925324"/>
                  </a:lnTo>
                  <a:lnTo>
                    <a:pt x="39489" y="883861"/>
                  </a:lnTo>
                  <a:lnTo>
                    <a:pt x="25570" y="841059"/>
                  </a:lnTo>
                  <a:lnTo>
                    <a:pt x="14550" y="797030"/>
                  </a:lnTo>
                  <a:lnTo>
                    <a:pt x="6541" y="751886"/>
                  </a:lnTo>
                  <a:lnTo>
                    <a:pt x="1653" y="705737"/>
                  </a:lnTo>
                  <a:lnTo>
                    <a:pt x="0" y="658696"/>
                  </a:lnTo>
                  <a:lnTo>
                    <a:pt x="1653" y="611654"/>
                  </a:lnTo>
                  <a:lnTo>
                    <a:pt x="6541" y="565506"/>
                  </a:lnTo>
                  <a:lnTo>
                    <a:pt x="14550" y="520361"/>
                  </a:lnTo>
                  <a:lnTo>
                    <a:pt x="25570" y="476332"/>
                  </a:lnTo>
                  <a:lnTo>
                    <a:pt x="39489" y="433530"/>
                  </a:lnTo>
                  <a:lnTo>
                    <a:pt x="56195" y="392067"/>
                  </a:lnTo>
                  <a:lnTo>
                    <a:pt x="75578" y="352054"/>
                  </a:lnTo>
                  <a:lnTo>
                    <a:pt x="97525" y="313602"/>
                  </a:lnTo>
                  <a:lnTo>
                    <a:pt x="121925" y="276823"/>
                  </a:lnTo>
                  <a:lnTo>
                    <a:pt x="148667" y="241829"/>
                  </a:lnTo>
                  <a:lnTo>
                    <a:pt x="177640" y="208731"/>
                  </a:lnTo>
                  <a:lnTo>
                    <a:pt x="208731" y="177639"/>
                  </a:lnTo>
                  <a:lnTo>
                    <a:pt x="241829" y="148667"/>
                  </a:lnTo>
                  <a:lnTo>
                    <a:pt x="276824" y="121925"/>
                  </a:lnTo>
                  <a:lnTo>
                    <a:pt x="313602" y="97525"/>
                  </a:lnTo>
                  <a:lnTo>
                    <a:pt x="352054" y="75577"/>
                  </a:lnTo>
                  <a:lnTo>
                    <a:pt x="392067" y="56195"/>
                  </a:lnTo>
                  <a:lnTo>
                    <a:pt x="433531" y="39489"/>
                  </a:lnTo>
                  <a:lnTo>
                    <a:pt x="476332" y="25570"/>
                  </a:lnTo>
                  <a:lnTo>
                    <a:pt x="520361" y="14550"/>
                  </a:lnTo>
                  <a:lnTo>
                    <a:pt x="565506" y="6541"/>
                  </a:lnTo>
                  <a:lnTo>
                    <a:pt x="611655" y="1653"/>
                  </a:lnTo>
                  <a:lnTo>
                    <a:pt x="658696" y="0"/>
                  </a:lnTo>
                  <a:lnTo>
                    <a:pt x="705737" y="1653"/>
                  </a:lnTo>
                  <a:lnTo>
                    <a:pt x="751886" y="6541"/>
                  </a:lnTo>
                  <a:lnTo>
                    <a:pt x="797031" y="14550"/>
                  </a:lnTo>
                  <a:lnTo>
                    <a:pt x="841059" y="25570"/>
                  </a:lnTo>
                  <a:lnTo>
                    <a:pt x="883861" y="39489"/>
                  </a:lnTo>
                  <a:lnTo>
                    <a:pt x="925325" y="56195"/>
                  </a:lnTo>
                  <a:lnTo>
                    <a:pt x="965338" y="75577"/>
                  </a:lnTo>
                  <a:lnTo>
                    <a:pt x="1003790" y="97525"/>
                  </a:lnTo>
                  <a:lnTo>
                    <a:pt x="1040568" y="121925"/>
                  </a:lnTo>
                  <a:lnTo>
                    <a:pt x="1075563" y="148667"/>
                  </a:lnTo>
                  <a:lnTo>
                    <a:pt x="1108661" y="177639"/>
                  </a:lnTo>
                  <a:lnTo>
                    <a:pt x="1139752" y="208731"/>
                  </a:lnTo>
                  <a:lnTo>
                    <a:pt x="1168725" y="241829"/>
                  </a:lnTo>
                  <a:lnTo>
                    <a:pt x="1195467" y="276823"/>
                  </a:lnTo>
                  <a:lnTo>
                    <a:pt x="1219867" y="313602"/>
                  </a:lnTo>
                  <a:lnTo>
                    <a:pt x="1241814" y="352054"/>
                  </a:lnTo>
                  <a:lnTo>
                    <a:pt x="1261197" y="392067"/>
                  </a:lnTo>
                  <a:lnTo>
                    <a:pt x="1277903" y="433530"/>
                  </a:lnTo>
                  <a:lnTo>
                    <a:pt x="1291822" y="476332"/>
                  </a:lnTo>
                  <a:lnTo>
                    <a:pt x="1302842" y="520361"/>
                  </a:lnTo>
                  <a:lnTo>
                    <a:pt x="1310851" y="565506"/>
                  </a:lnTo>
                  <a:lnTo>
                    <a:pt x="1315739" y="611654"/>
                  </a:lnTo>
                  <a:lnTo>
                    <a:pt x="1317392" y="658696"/>
                  </a:lnTo>
                  <a:lnTo>
                    <a:pt x="1315739" y="705737"/>
                  </a:lnTo>
                  <a:lnTo>
                    <a:pt x="1310851" y="751886"/>
                  </a:lnTo>
                  <a:lnTo>
                    <a:pt x="1302842" y="797030"/>
                  </a:lnTo>
                  <a:lnTo>
                    <a:pt x="1291822" y="841059"/>
                  </a:lnTo>
                  <a:lnTo>
                    <a:pt x="1277903" y="883861"/>
                  </a:lnTo>
                  <a:lnTo>
                    <a:pt x="1261197" y="925324"/>
                  </a:lnTo>
                  <a:lnTo>
                    <a:pt x="1241814" y="965338"/>
                  </a:lnTo>
                  <a:lnTo>
                    <a:pt x="1219867" y="1003789"/>
                  </a:lnTo>
                  <a:lnTo>
                    <a:pt x="1195467" y="1040568"/>
                  </a:lnTo>
                  <a:lnTo>
                    <a:pt x="1168725" y="1075563"/>
                  </a:lnTo>
                  <a:lnTo>
                    <a:pt x="1139752" y="1108661"/>
                  </a:lnTo>
                  <a:lnTo>
                    <a:pt x="1108661" y="1139752"/>
                  </a:lnTo>
                  <a:lnTo>
                    <a:pt x="1075563" y="1168725"/>
                  </a:lnTo>
                  <a:lnTo>
                    <a:pt x="1040568" y="1195467"/>
                  </a:lnTo>
                  <a:lnTo>
                    <a:pt x="1003790" y="1219867"/>
                  </a:lnTo>
                  <a:lnTo>
                    <a:pt x="965338" y="1241815"/>
                  </a:lnTo>
                  <a:lnTo>
                    <a:pt x="925325" y="1261197"/>
                  </a:lnTo>
                  <a:lnTo>
                    <a:pt x="883861" y="1277904"/>
                  </a:lnTo>
                  <a:lnTo>
                    <a:pt x="841059" y="1291822"/>
                  </a:lnTo>
                  <a:lnTo>
                    <a:pt x="797031" y="1302842"/>
                  </a:lnTo>
                  <a:lnTo>
                    <a:pt x="751886" y="1310851"/>
                  </a:lnTo>
                  <a:lnTo>
                    <a:pt x="705737" y="1315739"/>
                  </a:lnTo>
                  <a:lnTo>
                    <a:pt x="658696" y="1317393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88670" y="9007487"/>
              <a:ext cx="838200" cy="876300"/>
            </a:xfrm>
            <a:custGeom>
              <a:avLst/>
              <a:gdLst/>
              <a:ahLst/>
              <a:cxnLst/>
              <a:rect l="l" t="t" r="r" b="b"/>
              <a:pathLst>
                <a:path w="838200" h="876300">
                  <a:moveTo>
                    <a:pt x="147713" y="637044"/>
                  </a:moveTo>
                  <a:lnTo>
                    <a:pt x="0" y="637044"/>
                  </a:lnTo>
                  <a:lnTo>
                    <a:pt x="0" y="876300"/>
                  </a:lnTo>
                  <a:lnTo>
                    <a:pt x="147713" y="876300"/>
                  </a:lnTo>
                  <a:lnTo>
                    <a:pt x="147713" y="637044"/>
                  </a:lnTo>
                  <a:close/>
                </a:path>
                <a:path w="838200" h="876300">
                  <a:moveTo>
                    <a:pt x="378040" y="604139"/>
                  </a:moveTo>
                  <a:lnTo>
                    <a:pt x="229082" y="604139"/>
                  </a:lnTo>
                  <a:lnTo>
                    <a:pt x="229082" y="876300"/>
                  </a:lnTo>
                  <a:lnTo>
                    <a:pt x="378040" y="876300"/>
                  </a:lnTo>
                  <a:lnTo>
                    <a:pt x="378040" y="604139"/>
                  </a:lnTo>
                  <a:close/>
                </a:path>
                <a:path w="838200" h="876300">
                  <a:moveTo>
                    <a:pt x="611924" y="523379"/>
                  </a:moveTo>
                  <a:lnTo>
                    <a:pt x="458190" y="523379"/>
                  </a:lnTo>
                  <a:lnTo>
                    <a:pt x="458190" y="876300"/>
                  </a:lnTo>
                  <a:lnTo>
                    <a:pt x="611924" y="876300"/>
                  </a:lnTo>
                  <a:lnTo>
                    <a:pt x="611924" y="523379"/>
                  </a:lnTo>
                  <a:close/>
                </a:path>
                <a:path w="838200" h="876300">
                  <a:moveTo>
                    <a:pt x="837996" y="382828"/>
                  </a:moveTo>
                  <a:lnTo>
                    <a:pt x="693293" y="382828"/>
                  </a:lnTo>
                  <a:lnTo>
                    <a:pt x="693293" y="876300"/>
                  </a:lnTo>
                  <a:lnTo>
                    <a:pt x="837996" y="876300"/>
                  </a:lnTo>
                  <a:lnTo>
                    <a:pt x="837996" y="382828"/>
                  </a:lnTo>
                  <a:close/>
                </a:path>
                <a:path w="838200" h="876300">
                  <a:moveTo>
                    <a:pt x="838060" y="0"/>
                  </a:moveTo>
                  <a:lnTo>
                    <a:pt x="572731" y="92722"/>
                  </a:lnTo>
                  <a:lnTo>
                    <a:pt x="660146" y="149529"/>
                  </a:lnTo>
                  <a:lnTo>
                    <a:pt x="443826" y="361823"/>
                  </a:lnTo>
                  <a:lnTo>
                    <a:pt x="229476" y="484670"/>
                  </a:lnTo>
                  <a:lnTo>
                    <a:pt x="65430" y="541324"/>
                  </a:lnTo>
                  <a:lnTo>
                    <a:pt x="0" y="555053"/>
                  </a:lnTo>
                  <a:lnTo>
                    <a:pt x="304038" y="514057"/>
                  </a:lnTo>
                  <a:lnTo>
                    <a:pt x="546747" y="395935"/>
                  </a:lnTo>
                  <a:lnTo>
                    <a:pt x="707517" y="272440"/>
                  </a:lnTo>
                  <a:lnTo>
                    <a:pt x="765695" y="215328"/>
                  </a:lnTo>
                  <a:lnTo>
                    <a:pt x="838060" y="277520"/>
                  </a:lnTo>
                  <a:lnTo>
                    <a:pt x="838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11251211" y="2264746"/>
            <a:ext cx="6906895" cy="7622540"/>
            <a:chOff x="11251211" y="2264746"/>
            <a:chExt cx="6906895" cy="7622540"/>
          </a:xfrm>
        </p:grpSpPr>
        <p:sp>
          <p:nvSpPr>
            <p:cNvPr id="33" name="object 33"/>
            <p:cNvSpPr/>
            <p:nvPr/>
          </p:nvSpPr>
          <p:spPr>
            <a:xfrm>
              <a:off x="11251211" y="2264746"/>
              <a:ext cx="6906895" cy="7622540"/>
            </a:xfrm>
            <a:custGeom>
              <a:avLst/>
              <a:gdLst/>
              <a:ahLst/>
              <a:cxnLst/>
              <a:rect l="l" t="t" r="r" b="b"/>
              <a:pathLst>
                <a:path w="6906894" h="7622540">
                  <a:moveTo>
                    <a:pt x="6744436" y="7622048"/>
                  </a:moveTo>
                  <a:lnTo>
                    <a:pt x="161924" y="7622048"/>
                  </a:lnTo>
                  <a:lnTo>
                    <a:pt x="130187" y="7618908"/>
                  </a:lnTo>
                  <a:lnTo>
                    <a:pt x="72088" y="7594843"/>
                  </a:lnTo>
                  <a:lnTo>
                    <a:pt x="27205" y="7549959"/>
                  </a:lnTo>
                  <a:lnTo>
                    <a:pt x="3140" y="7491860"/>
                  </a:lnTo>
                  <a:lnTo>
                    <a:pt x="0" y="7460122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4" y="0"/>
                  </a:lnTo>
                  <a:lnTo>
                    <a:pt x="6744436" y="0"/>
                  </a:lnTo>
                  <a:lnTo>
                    <a:pt x="6806403" y="12325"/>
                  </a:lnTo>
                  <a:lnTo>
                    <a:pt x="6858936" y="47426"/>
                  </a:lnTo>
                  <a:lnTo>
                    <a:pt x="6894036" y="99959"/>
                  </a:lnTo>
                  <a:lnTo>
                    <a:pt x="6906361" y="161924"/>
                  </a:lnTo>
                  <a:lnTo>
                    <a:pt x="6906361" y="7460122"/>
                  </a:lnTo>
                  <a:lnTo>
                    <a:pt x="6894036" y="7522089"/>
                  </a:lnTo>
                  <a:lnTo>
                    <a:pt x="6858936" y="7574622"/>
                  </a:lnTo>
                  <a:lnTo>
                    <a:pt x="6806403" y="7609723"/>
                  </a:lnTo>
                  <a:lnTo>
                    <a:pt x="6744436" y="7622048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79811" y="2512396"/>
              <a:ext cx="6467474" cy="7143749"/>
            </a:xfrm>
            <a:prstGeom prst="rect">
              <a:avLst/>
            </a:prstGeom>
          </p:spPr>
        </p:pic>
      </p:grp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9395" rIns="0" bIns="0" rtlCol="0" vert="horz">
            <a:spAutoFit/>
          </a:bodyPr>
          <a:lstStyle/>
          <a:p>
            <a:pPr marL="4330065">
              <a:lnSpc>
                <a:spcPct val="100000"/>
              </a:lnSpc>
              <a:spcBef>
                <a:spcPts val="1885"/>
              </a:spcBef>
            </a:pPr>
            <a:r>
              <a:rPr dirty="0" sz="3750" spc="-315" b="0" i="0">
                <a:latin typeface="Arial Black"/>
                <a:cs typeface="Arial Black"/>
              </a:rPr>
              <a:t>PROBLEM</a:t>
            </a:r>
            <a:r>
              <a:rPr dirty="0" sz="3750" spc="-360" b="0" i="0">
                <a:latin typeface="Arial Black"/>
                <a:cs typeface="Arial Black"/>
              </a:rPr>
              <a:t> </a:t>
            </a:r>
            <a:r>
              <a:rPr dirty="0" sz="3750" spc="-459" b="0" i="0">
                <a:latin typeface="Arial Black"/>
                <a:cs typeface="Arial Black"/>
              </a:rPr>
              <a:t>STATEMENT</a:t>
            </a:r>
            <a:endParaRPr sz="3750">
              <a:latin typeface="Arial Black"/>
              <a:cs typeface="Arial Black"/>
            </a:endParaRPr>
          </a:p>
          <a:p>
            <a:pPr marL="12700" marR="521970">
              <a:lnSpc>
                <a:spcPct val="116599"/>
              </a:lnSpc>
              <a:spcBef>
                <a:spcPts val="860"/>
              </a:spcBef>
            </a:pPr>
            <a:r>
              <a:rPr dirty="0" sz="2950" spc="-25" b="0" i="0">
                <a:latin typeface="Verdana"/>
                <a:cs typeface="Verdana"/>
              </a:rPr>
              <a:t>Footpaths</a:t>
            </a:r>
            <a:r>
              <a:rPr dirty="0" sz="2950" spc="-265" b="0" i="0">
                <a:latin typeface="Verdana"/>
                <a:cs typeface="Verdana"/>
              </a:rPr>
              <a:t> </a:t>
            </a:r>
            <a:r>
              <a:rPr dirty="0" sz="2950" spc="-100" b="0" i="0">
                <a:latin typeface="Verdana"/>
                <a:cs typeface="Verdana"/>
              </a:rPr>
              <a:t>are</a:t>
            </a:r>
            <a:r>
              <a:rPr dirty="0" sz="2950" spc="-270" b="0" i="0">
                <a:latin typeface="Verdana"/>
                <a:cs typeface="Verdana"/>
              </a:rPr>
              <a:t> </a:t>
            </a:r>
            <a:r>
              <a:rPr dirty="0" sz="2950" spc="-25" b="0" i="0">
                <a:latin typeface="Verdana"/>
                <a:cs typeface="Verdana"/>
              </a:rPr>
              <a:t>frequently</a:t>
            </a:r>
            <a:r>
              <a:rPr dirty="0" sz="2950" spc="-265" b="0" i="0">
                <a:latin typeface="Verdana"/>
                <a:cs typeface="Verdana"/>
              </a:rPr>
              <a:t> </a:t>
            </a:r>
            <a:r>
              <a:rPr dirty="0" sz="2950" spc="-70" b="0" i="0">
                <a:latin typeface="Verdana"/>
                <a:cs typeface="Verdana"/>
              </a:rPr>
              <a:t>misused</a:t>
            </a:r>
            <a:r>
              <a:rPr dirty="0" sz="2950" spc="-265" b="0" i="0">
                <a:latin typeface="Verdana"/>
                <a:cs typeface="Verdana"/>
              </a:rPr>
              <a:t> </a:t>
            </a:r>
            <a:r>
              <a:rPr dirty="0" sz="2950" spc="-30" b="0" i="0">
                <a:latin typeface="Verdana"/>
                <a:cs typeface="Verdana"/>
              </a:rPr>
              <a:t>by</a:t>
            </a:r>
            <a:r>
              <a:rPr dirty="0" sz="2950" spc="-265" b="0" i="0">
                <a:latin typeface="Verdana"/>
                <a:cs typeface="Verdana"/>
              </a:rPr>
              <a:t> </a:t>
            </a:r>
            <a:r>
              <a:rPr dirty="0" sz="2950" b="0" i="0">
                <a:latin typeface="Verdana"/>
                <a:cs typeface="Verdana"/>
              </a:rPr>
              <a:t>bicycles</a:t>
            </a:r>
            <a:r>
              <a:rPr dirty="0" sz="2950" spc="-265" b="0" i="0">
                <a:latin typeface="Verdana"/>
                <a:cs typeface="Verdana"/>
              </a:rPr>
              <a:t> </a:t>
            </a:r>
            <a:r>
              <a:rPr dirty="0" sz="2950" spc="-25" b="0" i="0">
                <a:latin typeface="Verdana"/>
                <a:cs typeface="Verdana"/>
              </a:rPr>
              <a:t>and </a:t>
            </a:r>
            <a:r>
              <a:rPr dirty="0" sz="2950" spc="-70" b="0" i="0">
                <a:latin typeface="Verdana"/>
                <a:cs typeface="Verdana"/>
              </a:rPr>
              <a:t>vehicles,</a:t>
            </a:r>
            <a:r>
              <a:rPr dirty="0" sz="2950" spc="-260" b="0" i="0">
                <a:latin typeface="Verdana"/>
                <a:cs typeface="Verdana"/>
              </a:rPr>
              <a:t> </a:t>
            </a:r>
            <a:r>
              <a:rPr dirty="0" sz="2950" spc="-150" b="0" i="0">
                <a:latin typeface="Verdana"/>
                <a:cs typeface="Verdana"/>
              </a:rPr>
              <a:t>making</a:t>
            </a:r>
            <a:r>
              <a:rPr dirty="0" sz="2950" spc="-254" b="0" i="0">
                <a:latin typeface="Verdana"/>
                <a:cs typeface="Verdana"/>
              </a:rPr>
              <a:t> </a:t>
            </a:r>
            <a:r>
              <a:rPr dirty="0" sz="2950" spc="-70" b="0" i="0">
                <a:latin typeface="Verdana"/>
                <a:cs typeface="Verdana"/>
              </a:rPr>
              <a:t>them</a:t>
            </a:r>
            <a:r>
              <a:rPr dirty="0" sz="2950" spc="-265" b="0" i="0">
                <a:latin typeface="Verdana"/>
                <a:cs typeface="Verdana"/>
              </a:rPr>
              <a:t> </a:t>
            </a:r>
            <a:r>
              <a:rPr dirty="0" sz="2950" spc="-60" b="0" i="0">
                <a:latin typeface="Verdana"/>
                <a:cs typeface="Verdana"/>
              </a:rPr>
              <a:t>unsafe</a:t>
            </a:r>
            <a:r>
              <a:rPr dirty="0" sz="2950" spc="-254" b="0" i="0">
                <a:latin typeface="Verdana"/>
                <a:cs typeface="Verdana"/>
              </a:rPr>
              <a:t> </a:t>
            </a:r>
            <a:r>
              <a:rPr dirty="0" sz="2950" b="0" i="0">
                <a:latin typeface="Verdana"/>
                <a:cs typeface="Verdana"/>
              </a:rPr>
              <a:t>for</a:t>
            </a:r>
            <a:r>
              <a:rPr dirty="0" sz="2950" spc="-260" b="0" i="0">
                <a:latin typeface="Verdana"/>
                <a:cs typeface="Verdana"/>
              </a:rPr>
              <a:t> </a:t>
            </a:r>
            <a:r>
              <a:rPr dirty="0" sz="2950" spc="-10" b="0" i="0">
                <a:latin typeface="Verdana"/>
                <a:cs typeface="Verdana"/>
              </a:rPr>
              <a:t>pedestrians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71931" y="3875378"/>
            <a:ext cx="9130030" cy="6010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8110" marR="5080">
              <a:lnSpc>
                <a:spcPct val="117200"/>
              </a:lnSpc>
              <a:spcBef>
                <a:spcPts val="95"/>
              </a:spcBef>
            </a:pPr>
            <a:r>
              <a:rPr dirty="0" sz="2800" spc="-90">
                <a:latin typeface="Verdana"/>
                <a:cs typeface="Verdana"/>
              </a:rPr>
              <a:t>Existing</a:t>
            </a:r>
            <a:r>
              <a:rPr dirty="0" sz="2800" spc="-245">
                <a:latin typeface="Verdana"/>
                <a:cs typeface="Verdana"/>
              </a:rPr>
              <a:t> </a:t>
            </a:r>
            <a:r>
              <a:rPr dirty="0" sz="2800" spc="-80">
                <a:latin typeface="Verdana"/>
                <a:cs typeface="Verdana"/>
              </a:rPr>
              <a:t>systems</a:t>
            </a:r>
            <a:r>
              <a:rPr dirty="0" sz="2800" spc="-240">
                <a:latin typeface="Verdana"/>
                <a:cs typeface="Verdana"/>
              </a:rPr>
              <a:t> </a:t>
            </a:r>
            <a:r>
              <a:rPr dirty="0" sz="2800" spc="-65">
                <a:latin typeface="Verdana"/>
                <a:cs typeface="Verdana"/>
              </a:rPr>
              <a:t>lack</a:t>
            </a:r>
            <a:r>
              <a:rPr dirty="0" sz="2800" spc="-240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intelligent</a:t>
            </a:r>
            <a:r>
              <a:rPr dirty="0" sz="2800" spc="-245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classification</a:t>
            </a:r>
            <a:r>
              <a:rPr dirty="0" sz="2800" spc="-240">
                <a:latin typeface="Verdana"/>
                <a:cs typeface="Verdana"/>
              </a:rPr>
              <a:t> </a:t>
            </a:r>
            <a:r>
              <a:rPr dirty="0" sz="2800" spc="-25">
                <a:latin typeface="Verdana"/>
                <a:cs typeface="Verdana"/>
              </a:rPr>
              <a:t>to </a:t>
            </a:r>
            <a:r>
              <a:rPr dirty="0" sz="2800" spc="-20">
                <a:latin typeface="Verdana"/>
                <a:cs typeface="Verdana"/>
              </a:rPr>
              <a:t>differentiate</a:t>
            </a:r>
            <a:r>
              <a:rPr dirty="0" sz="2800" spc="-235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between</a:t>
            </a:r>
            <a:r>
              <a:rPr dirty="0" sz="2800" spc="-229">
                <a:latin typeface="Verdana"/>
                <a:cs typeface="Verdana"/>
              </a:rPr>
              <a:t> </a:t>
            </a:r>
            <a:r>
              <a:rPr dirty="0" sz="2800" spc="-40">
                <a:latin typeface="Verdana"/>
                <a:cs typeface="Verdana"/>
              </a:rPr>
              <a:t>pedestrians</a:t>
            </a:r>
            <a:r>
              <a:rPr dirty="0" sz="2800" spc="-229">
                <a:latin typeface="Verdana"/>
                <a:cs typeface="Verdana"/>
              </a:rPr>
              <a:t> </a:t>
            </a:r>
            <a:r>
              <a:rPr dirty="0" sz="2800" spc="-45">
                <a:latin typeface="Verdana"/>
                <a:cs typeface="Verdana"/>
              </a:rPr>
              <a:t>and</a:t>
            </a:r>
            <a:r>
              <a:rPr dirty="0" sz="2800" spc="-235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unauthorized vehicles</a:t>
            </a:r>
            <a:endParaRPr sz="2800">
              <a:latin typeface="Verdana"/>
              <a:cs typeface="Verdana"/>
            </a:endParaRPr>
          </a:p>
          <a:p>
            <a:pPr marL="118110" marR="424180">
              <a:lnSpc>
                <a:spcPct val="116399"/>
              </a:lnSpc>
              <a:spcBef>
                <a:spcPts val="3320"/>
              </a:spcBef>
            </a:pPr>
            <a:r>
              <a:rPr dirty="0" sz="2900">
                <a:latin typeface="Verdana"/>
                <a:cs typeface="Verdana"/>
              </a:rPr>
              <a:t>Poor</a:t>
            </a:r>
            <a:r>
              <a:rPr dirty="0" sz="2900" spc="-265">
                <a:latin typeface="Verdana"/>
                <a:cs typeface="Verdana"/>
              </a:rPr>
              <a:t> </a:t>
            </a:r>
            <a:r>
              <a:rPr dirty="0" sz="2900" spc="-80">
                <a:latin typeface="Verdana"/>
                <a:cs typeface="Verdana"/>
              </a:rPr>
              <a:t>lighting</a:t>
            </a:r>
            <a:r>
              <a:rPr dirty="0" sz="2900" spc="-260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conditions</a:t>
            </a:r>
            <a:r>
              <a:rPr dirty="0" sz="2900" spc="-260">
                <a:latin typeface="Verdana"/>
                <a:cs typeface="Verdana"/>
              </a:rPr>
              <a:t> </a:t>
            </a:r>
            <a:r>
              <a:rPr dirty="0" sz="2900" spc="-75">
                <a:latin typeface="Verdana"/>
                <a:cs typeface="Verdana"/>
              </a:rPr>
              <a:t>during</a:t>
            </a:r>
            <a:r>
              <a:rPr dirty="0" sz="2900" spc="-260">
                <a:latin typeface="Verdana"/>
                <a:cs typeface="Verdana"/>
              </a:rPr>
              <a:t> </a:t>
            </a:r>
            <a:r>
              <a:rPr dirty="0" sz="2900" spc="-75">
                <a:latin typeface="Verdana"/>
                <a:cs typeface="Verdana"/>
              </a:rPr>
              <a:t>nighttime</a:t>
            </a:r>
            <a:r>
              <a:rPr dirty="0" sz="2900" spc="-260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reduce </a:t>
            </a:r>
            <a:r>
              <a:rPr dirty="0" sz="2900" spc="-35">
                <a:latin typeface="Verdana"/>
                <a:cs typeface="Verdana"/>
              </a:rPr>
              <a:t>visibility</a:t>
            </a:r>
            <a:r>
              <a:rPr dirty="0" sz="2900" spc="-265">
                <a:latin typeface="Verdana"/>
                <a:cs typeface="Verdana"/>
              </a:rPr>
              <a:t> </a:t>
            </a:r>
            <a:r>
              <a:rPr dirty="0" sz="2900" spc="-65">
                <a:latin typeface="Verdana"/>
                <a:cs typeface="Verdana"/>
              </a:rPr>
              <a:t>and</a:t>
            </a:r>
            <a:r>
              <a:rPr dirty="0" sz="2900" spc="-265">
                <a:latin typeface="Verdana"/>
                <a:cs typeface="Verdana"/>
              </a:rPr>
              <a:t> </a:t>
            </a:r>
            <a:r>
              <a:rPr dirty="0" sz="2900" spc="-65">
                <a:latin typeface="Verdana"/>
                <a:cs typeface="Verdana"/>
              </a:rPr>
              <a:t>increase</a:t>
            </a:r>
            <a:r>
              <a:rPr dirty="0" sz="2900" spc="-265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accident</a:t>
            </a:r>
            <a:r>
              <a:rPr dirty="0" sz="2900" spc="-265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risks</a:t>
            </a:r>
            <a:endParaRPr sz="2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2900">
              <a:latin typeface="Verdana"/>
              <a:cs typeface="Verdana"/>
            </a:endParaRPr>
          </a:p>
          <a:p>
            <a:pPr marL="12700" marR="92710">
              <a:lnSpc>
                <a:spcPct val="116399"/>
              </a:lnSpc>
            </a:pPr>
            <a:r>
              <a:rPr dirty="0" sz="2900" spc="-45">
                <a:latin typeface="Verdana"/>
                <a:cs typeface="Verdana"/>
              </a:rPr>
              <a:t>Limited</a:t>
            </a:r>
            <a:r>
              <a:rPr dirty="0" sz="2900" spc="-260">
                <a:latin typeface="Verdana"/>
                <a:cs typeface="Verdana"/>
              </a:rPr>
              <a:t> </a:t>
            </a:r>
            <a:r>
              <a:rPr dirty="0" sz="2900" spc="-110">
                <a:latin typeface="Verdana"/>
                <a:cs typeface="Verdana"/>
              </a:rPr>
              <a:t>real-</a:t>
            </a:r>
            <a:r>
              <a:rPr dirty="0" sz="2900" spc="-60">
                <a:latin typeface="Verdana"/>
                <a:cs typeface="Verdana"/>
              </a:rPr>
              <a:t>time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60">
                <a:latin typeface="Verdana"/>
                <a:cs typeface="Verdana"/>
              </a:rPr>
              <a:t>response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85">
                <a:latin typeface="Verdana"/>
                <a:cs typeface="Verdana"/>
              </a:rPr>
              <a:t>mechanisms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>
                <a:latin typeface="Verdana"/>
                <a:cs typeface="Verdana"/>
              </a:rPr>
              <a:t>to</a:t>
            </a:r>
            <a:r>
              <a:rPr dirty="0" sz="2900" spc="-254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actively </a:t>
            </a:r>
            <a:r>
              <a:rPr dirty="0" sz="2900" spc="-55">
                <a:latin typeface="Verdana"/>
                <a:cs typeface="Verdana"/>
              </a:rPr>
              <a:t>prevent</a:t>
            </a:r>
            <a:r>
              <a:rPr dirty="0" sz="2900" spc="-275">
                <a:latin typeface="Verdana"/>
                <a:cs typeface="Verdana"/>
              </a:rPr>
              <a:t> </a:t>
            </a:r>
            <a:r>
              <a:rPr dirty="0" sz="2900" spc="-20">
                <a:latin typeface="Verdana"/>
                <a:cs typeface="Verdana"/>
              </a:rPr>
              <a:t>or</a:t>
            </a:r>
            <a:r>
              <a:rPr dirty="0" sz="2900" spc="-270">
                <a:latin typeface="Verdana"/>
                <a:cs typeface="Verdana"/>
              </a:rPr>
              <a:t> </a:t>
            </a:r>
            <a:r>
              <a:rPr dirty="0" sz="2900" spc="-105">
                <a:latin typeface="Verdana"/>
                <a:cs typeface="Verdana"/>
              </a:rPr>
              <a:t>warn</a:t>
            </a:r>
            <a:r>
              <a:rPr dirty="0" sz="2900" spc="-275">
                <a:latin typeface="Verdana"/>
                <a:cs typeface="Verdana"/>
              </a:rPr>
              <a:t> </a:t>
            </a:r>
            <a:r>
              <a:rPr dirty="0" sz="2900" spc="-100">
                <a:latin typeface="Verdana"/>
                <a:cs typeface="Verdana"/>
              </a:rPr>
              <a:t>against</a:t>
            </a:r>
            <a:r>
              <a:rPr dirty="0" sz="2900" spc="-270">
                <a:latin typeface="Verdana"/>
                <a:cs typeface="Verdana"/>
              </a:rPr>
              <a:t> </a:t>
            </a:r>
            <a:r>
              <a:rPr dirty="0" sz="2900" spc="-70">
                <a:latin typeface="Verdana"/>
                <a:cs typeface="Verdana"/>
              </a:rPr>
              <a:t>unsafe</a:t>
            </a:r>
            <a:r>
              <a:rPr dirty="0" sz="2900" spc="-270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intrusions</a:t>
            </a:r>
            <a:endParaRPr sz="2900">
              <a:latin typeface="Verdana"/>
              <a:cs typeface="Verdana"/>
            </a:endParaRPr>
          </a:p>
          <a:p>
            <a:pPr marL="12700" marR="264795">
              <a:lnSpc>
                <a:spcPct val="116399"/>
              </a:lnSpc>
              <a:spcBef>
                <a:spcPts val="3135"/>
              </a:spcBef>
            </a:pPr>
            <a:r>
              <a:rPr dirty="0" sz="2900" spc="-50">
                <a:latin typeface="Verdana"/>
                <a:cs typeface="Verdana"/>
              </a:rPr>
              <a:t>Insufficient</a:t>
            </a:r>
            <a:r>
              <a:rPr dirty="0" sz="2900" spc="-240">
                <a:latin typeface="Verdana"/>
                <a:cs typeface="Verdana"/>
              </a:rPr>
              <a:t> </a:t>
            </a:r>
            <a:r>
              <a:rPr dirty="0" sz="2900" spc="-100">
                <a:latin typeface="Verdana"/>
                <a:cs typeface="Verdana"/>
              </a:rPr>
              <a:t>data-</a:t>
            </a:r>
            <a:r>
              <a:rPr dirty="0" sz="2900" spc="-55">
                <a:latin typeface="Verdana"/>
                <a:cs typeface="Verdana"/>
              </a:rPr>
              <a:t>driven</a:t>
            </a:r>
            <a:r>
              <a:rPr dirty="0" sz="2900" spc="-235">
                <a:latin typeface="Verdana"/>
                <a:cs typeface="Verdana"/>
              </a:rPr>
              <a:t> </a:t>
            </a:r>
            <a:r>
              <a:rPr dirty="0" sz="2900" spc="-75">
                <a:latin typeface="Verdana"/>
                <a:cs typeface="Verdana"/>
              </a:rPr>
              <a:t>insights</a:t>
            </a:r>
            <a:r>
              <a:rPr dirty="0" sz="2900" spc="-240">
                <a:latin typeface="Verdana"/>
                <a:cs typeface="Verdana"/>
              </a:rPr>
              <a:t> </a:t>
            </a:r>
            <a:r>
              <a:rPr dirty="0" sz="2900">
                <a:latin typeface="Verdana"/>
                <a:cs typeface="Verdana"/>
              </a:rPr>
              <a:t>for</a:t>
            </a:r>
            <a:r>
              <a:rPr dirty="0" sz="2900" spc="-235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effective </a:t>
            </a:r>
            <a:r>
              <a:rPr dirty="0" sz="2900" spc="-65">
                <a:latin typeface="Verdana"/>
                <a:cs typeface="Verdana"/>
              </a:rPr>
              <a:t>monitoring</a:t>
            </a:r>
            <a:r>
              <a:rPr dirty="0" sz="2900" spc="-235">
                <a:latin typeface="Verdana"/>
                <a:cs typeface="Verdana"/>
              </a:rPr>
              <a:t> </a:t>
            </a:r>
            <a:r>
              <a:rPr dirty="0" sz="2900" spc="-65">
                <a:latin typeface="Verdana"/>
                <a:cs typeface="Verdana"/>
              </a:rPr>
              <a:t>and</a:t>
            </a:r>
            <a:r>
              <a:rPr dirty="0" sz="2900" spc="-229">
                <a:latin typeface="Verdana"/>
                <a:cs typeface="Verdana"/>
              </a:rPr>
              <a:t> </a:t>
            </a:r>
            <a:r>
              <a:rPr dirty="0" sz="2900" spc="-75">
                <a:latin typeface="Verdana"/>
                <a:cs typeface="Verdana"/>
              </a:rPr>
              <a:t>improvement</a:t>
            </a:r>
            <a:r>
              <a:rPr dirty="0" sz="2900" spc="-229">
                <a:latin typeface="Verdana"/>
                <a:cs typeface="Verdana"/>
              </a:rPr>
              <a:t> </a:t>
            </a:r>
            <a:r>
              <a:rPr dirty="0" sz="2900">
                <a:latin typeface="Verdana"/>
                <a:cs typeface="Verdana"/>
              </a:rPr>
              <a:t>of</a:t>
            </a:r>
            <a:r>
              <a:rPr dirty="0" sz="2900" spc="-229">
                <a:latin typeface="Verdana"/>
                <a:cs typeface="Verdana"/>
              </a:rPr>
              <a:t> </a:t>
            </a:r>
            <a:r>
              <a:rPr dirty="0" sz="2900" spc="-50">
                <a:latin typeface="Verdana"/>
                <a:cs typeface="Verdana"/>
              </a:rPr>
              <a:t>pedestrian</a:t>
            </a:r>
            <a:r>
              <a:rPr dirty="0" sz="2900" spc="-235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safety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88584" y="7779791"/>
            <a:ext cx="2899410" cy="2507615"/>
            <a:chOff x="15388584" y="7779791"/>
            <a:chExt cx="2899410" cy="2507615"/>
          </a:xfrm>
        </p:grpSpPr>
        <p:sp>
          <p:nvSpPr>
            <p:cNvPr id="3" name="object 3"/>
            <p:cNvSpPr/>
            <p:nvPr/>
          </p:nvSpPr>
          <p:spPr>
            <a:xfrm>
              <a:off x="16710063" y="8497362"/>
              <a:ext cx="1577975" cy="1790064"/>
            </a:xfrm>
            <a:custGeom>
              <a:avLst/>
              <a:gdLst/>
              <a:ahLst/>
              <a:cxnLst/>
              <a:rect l="l" t="t" r="r" b="b"/>
              <a:pathLst>
                <a:path w="1577975" h="1790065">
                  <a:moveTo>
                    <a:pt x="0" y="1577935"/>
                  </a:moveTo>
                  <a:lnTo>
                    <a:pt x="211700" y="1789636"/>
                  </a:lnTo>
                  <a:lnTo>
                    <a:pt x="1577935" y="1789636"/>
                  </a:lnTo>
                  <a:lnTo>
                    <a:pt x="1577935" y="0"/>
                  </a:lnTo>
                  <a:lnTo>
                    <a:pt x="0" y="1577935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808925" y="9991078"/>
              <a:ext cx="592455" cy="296545"/>
            </a:xfrm>
            <a:custGeom>
              <a:avLst/>
              <a:gdLst/>
              <a:ahLst/>
              <a:cxnLst/>
              <a:rect l="l" t="t" r="r" b="b"/>
              <a:pathLst>
                <a:path w="592455" h="296545">
                  <a:moveTo>
                    <a:pt x="0" y="295921"/>
                  </a:moveTo>
                  <a:lnTo>
                    <a:pt x="591842" y="295921"/>
                  </a:lnTo>
                  <a:lnTo>
                    <a:pt x="295921" y="0"/>
                  </a:lnTo>
                  <a:lnTo>
                    <a:pt x="0" y="2959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14212" y="10207769"/>
              <a:ext cx="181268" cy="792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388584" y="7779791"/>
              <a:ext cx="2899410" cy="2507615"/>
            </a:xfrm>
            <a:custGeom>
              <a:avLst/>
              <a:gdLst/>
              <a:ahLst/>
              <a:cxnLst/>
              <a:rect l="l" t="t" r="r" b="b"/>
              <a:pathLst>
                <a:path w="2899409" h="2507615">
                  <a:moveTo>
                    <a:pt x="2833935" y="65423"/>
                  </a:moveTo>
                  <a:lnTo>
                    <a:pt x="2899414" y="130903"/>
                  </a:lnTo>
                  <a:lnTo>
                    <a:pt x="2899414" y="0"/>
                  </a:lnTo>
                  <a:lnTo>
                    <a:pt x="2833935" y="65423"/>
                  </a:lnTo>
                  <a:close/>
                </a:path>
                <a:path w="2899409" h="2507615">
                  <a:moveTo>
                    <a:pt x="2185329" y="2507207"/>
                  </a:moveTo>
                  <a:lnTo>
                    <a:pt x="2261665" y="2507207"/>
                  </a:lnTo>
                  <a:lnTo>
                    <a:pt x="2899414" y="1869458"/>
                  </a:lnTo>
                  <a:lnTo>
                    <a:pt x="2899414" y="1792445"/>
                  </a:lnTo>
                  <a:lnTo>
                    <a:pt x="2185329" y="2507207"/>
                  </a:lnTo>
                  <a:close/>
                </a:path>
                <a:path w="2899409" h="2507615">
                  <a:moveTo>
                    <a:pt x="0" y="2507207"/>
                  </a:moveTo>
                  <a:lnTo>
                    <a:pt x="1319997" y="2507207"/>
                  </a:lnTo>
                  <a:lnTo>
                    <a:pt x="659998" y="1847209"/>
                  </a:lnTo>
                  <a:lnTo>
                    <a:pt x="0" y="2507207"/>
                  </a:lnTo>
                  <a:close/>
                </a:path>
              </a:pathLst>
            </a:custGeom>
            <a:solidFill>
              <a:srgbClr val="CB4E0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91200" cy="1066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6116" y="0"/>
            <a:ext cx="2200274" cy="16471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46998" y="21053"/>
            <a:ext cx="1241001" cy="13811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130887"/>
            <a:ext cx="18201640" cy="543560"/>
            <a:chOff x="0" y="1130887"/>
            <a:chExt cx="18201640" cy="54356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73267" y="1130887"/>
              <a:ext cx="13731857" cy="5430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130887"/>
              <a:ext cx="3035068" cy="50363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34470" y="1130887"/>
              <a:ext cx="3067049" cy="503634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8027062" y="1955299"/>
            <a:ext cx="0" cy="7303134"/>
          </a:xfrm>
          <a:custGeom>
            <a:avLst/>
            <a:gdLst/>
            <a:ahLst/>
            <a:cxnLst/>
            <a:rect l="l" t="t" r="r" b="b"/>
            <a:pathLst>
              <a:path w="0" h="7303134">
                <a:moveTo>
                  <a:pt x="0" y="0"/>
                </a:moveTo>
                <a:lnTo>
                  <a:pt x="0" y="730300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93766" y="3263141"/>
            <a:ext cx="9905999" cy="55244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0909" y="3980682"/>
            <a:ext cx="7515224" cy="4343399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1417150" y="1570211"/>
            <a:ext cx="2188210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93345">
              <a:lnSpc>
                <a:spcPct val="115399"/>
              </a:lnSpc>
              <a:spcBef>
                <a:spcPts val="100"/>
              </a:spcBef>
            </a:pPr>
            <a:r>
              <a:rPr dirty="0" sz="3900" spc="-280" b="0" i="0">
                <a:latin typeface="Arial Black"/>
                <a:cs typeface="Arial Black"/>
              </a:rPr>
              <a:t>Working </a:t>
            </a:r>
            <a:r>
              <a:rPr dirty="0" sz="3900" spc="-215" b="0" i="0">
                <a:latin typeface="Arial Black"/>
                <a:cs typeface="Arial Black"/>
              </a:rPr>
              <a:t>Principle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5438" y="2298036"/>
            <a:ext cx="447040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200">
                <a:latin typeface="Arial Black"/>
                <a:cs typeface="Arial Black"/>
              </a:rPr>
              <a:t>Solution</a:t>
            </a:r>
            <a:r>
              <a:rPr dirty="0" sz="3900" spc="-325">
                <a:latin typeface="Arial Black"/>
                <a:cs typeface="Arial Black"/>
              </a:rPr>
              <a:t> </a:t>
            </a:r>
            <a:r>
              <a:rPr dirty="0" sz="3900" spc="-275">
                <a:latin typeface="Arial Black"/>
                <a:cs typeface="Arial Black"/>
              </a:rPr>
              <a:t>Overview</a:t>
            </a:r>
            <a:endParaRPr sz="3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723650" y="6928946"/>
            <a:ext cx="3564890" cy="3358515"/>
            <a:chOff x="14723650" y="6928946"/>
            <a:chExt cx="3564890" cy="3358515"/>
          </a:xfrm>
        </p:grpSpPr>
        <p:sp>
          <p:nvSpPr>
            <p:cNvPr id="3" name="object 3"/>
            <p:cNvSpPr/>
            <p:nvPr/>
          </p:nvSpPr>
          <p:spPr>
            <a:xfrm>
              <a:off x="16369455" y="7816323"/>
              <a:ext cx="1918970" cy="2470785"/>
            </a:xfrm>
            <a:custGeom>
              <a:avLst/>
              <a:gdLst/>
              <a:ahLst/>
              <a:cxnLst/>
              <a:rect l="l" t="t" r="r" b="b"/>
              <a:pathLst>
                <a:path w="1918969" h="2470784">
                  <a:moveTo>
                    <a:pt x="0" y="1748448"/>
                  </a:moveTo>
                  <a:lnTo>
                    <a:pt x="722227" y="2470676"/>
                  </a:lnTo>
                  <a:lnTo>
                    <a:pt x="1918545" y="2470676"/>
                  </a:lnTo>
                  <a:lnTo>
                    <a:pt x="1918545" y="170097"/>
                  </a:lnTo>
                  <a:lnTo>
                    <a:pt x="1748448" y="0"/>
                  </a:lnTo>
                  <a:lnTo>
                    <a:pt x="0" y="1748448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957789" y="8200676"/>
              <a:ext cx="2330450" cy="2086610"/>
            </a:xfrm>
            <a:custGeom>
              <a:avLst/>
              <a:gdLst/>
              <a:ahLst/>
              <a:cxnLst/>
              <a:rect l="l" t="t" r="r" b="b"/>
              <a:pathLst>
                <a:path w="2330450" h="2086609">
                  <a:moveTo>
                    <a:pt x="2025887" y="304323"/>
                  </a:moveTo>
                  <a:lnTo>
                    <a:pt x="2330210" y="608646"/>
                  </a:lnTo>
                  <a:lnTo>
                    <a:pt x="2330210" y="0"/>
                  </a:lnTo>
                  <a:lnTo>
                    <a:pt x="2025887" y="304323"/>
                  </a:lnTo>
                  <a:close/>
                </a:path>
                <a:path w="2330450" h="2086609">
                  <a:moveTo>
                    <a:pt x="0" y="2086322"/>
                  </a:moveTo>
                  <a:lnTo>
                    <a:pt x="1612895" y="2086322"/>
                  </a:lnTo>
                  <a:lnTo>
                    <a:pt x="806447" y="1279874"/>
                  </a:lnTo>
                  <a:lnTo>
                    <a:pt x="0" y="208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163076" y="9697243"/>
              <a:ext cx="1202690" cy="589915"/>
            </a:xfrm>
            <a:custGeom>
              <a:avLst/>
              <a:gdLst/>
              <a:ahLst/>
              <a:cxnLst/>
              <a:rect l="l" t="t" r="r" b="b"/>
              <a:pathLst>
                <a:path w="1202690" h="589915">
                  <a:moveTo>
                    <a:pt x="0" y="589756"/>
                  </a:moveTo>
                  <a:lnTo>
                    <a:pt x="76324" y="589756"/>
                  </a:lnTo>
                  <a:lnTo>
                    <a:pt x="600283" y="65797"/>
                  </a:lnTo>
                  <a:lnTo>
                    <a:pt x="1124733" y="589756"/>
                  </a:lnTo>
                  <a:lnTo>
                    <a:pt x="1202321" y="589756"/>
                  </a:lnTo>
                  <a:lnTo>
                    <a:pt x="620461" y="7895"/>
                  </a:lnTo>
                  <a:lnTo>
                    <a:pt x="611469" y="1973"/>
                  </a:lnTo>
                  <a:lnTo>
                    <a:pt x="601161" y="0"/>
                  </a:lnTo>
                  <a:lnTo>
                    <a:pt x="590852" y="1973"/>
                  </a:lnTo>
                  <a:lnTo>
                    <a:pt x="581860" y="7895"/>
                  </a:lnTo>
                  <a:lnTo>
                    <a:pt x="0" y="589756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723650" y="6928946"/>
              <a:ext cx="3564890" cy="3358515"/>
            </a:xfrm>
            <a:custGeom>
              <a:avLst/>
              <a:gdLst/>
              <a:ahLst/>
              <a:cxnLst/>
              <a:rect l="l" t="t" r="r" b="b"/>
              <a:pathLst>
                <a:path w="3564890" h="3358515">
                  <a:moveTo>
                    <a:pt x="3158261" y="405742"/>
                  </a:moveTo>
                  <a:lnTo>
                    <a:pt x="3564350" y="811831"/>
                  </a:lnTo>
                  <a:lnTo>
                    <a:pt x="3564350" y="0"/>
                  </a:lnTo>
                  <a:lnTo>
                    <a:pt x="3158261" y="405742"/>
                  </a:lnTo>
                  <a:close/>
                </a:path>
                <a:path w="3564890" h="3358515">
                  <a:moveTo>
                    <a:pt x="2554682" y="2802457"/>
                  </a:moveTo>
                  <a:lnTo>
                    <a:pt x="2554682" y="2878835"/>
                  </a:lnTo>
                  <a:lnTo>
                    <a:pt x="3441627" y="1991890"/>
                  </a:lnTo>
                  <a:lnTo>
                    <a:pt x="3564350" y="2114614"/>
                  </a:lnTo>
                  <a:lnTo>
                    <a:pt x="3564350" y="2037411"/>
                  </a:lnTo>
                  <a:lnTo>
                    <a:pt x="3460927" y="1933989"/>
                  </a:lnTo>
                  <a:lnTo>
                    <a:pt x="3451935" y="1928067"/>
                  </a:lnTo>
                  <a:lnTo>
                    <a:pt x="3441627" y="1926093"/>
                  </a:lnTo>
                  <a:lnTo>
                    <a:pt x="3431319" y="1928067"/>
                  </a:lnTo>
                  <a:lnTo>
                    <a:pt x="3422326" y="1933989"/>
                  </a:lnTo>
                  <a:lnTo>
                    <a:pt x="2554682" y="2802457"/>
                  </a:lnTo>
                  <a:close/>
                </a:path>
                <a:path w="3564890" h="3358515">
                  <a:moveTo>
                    <a:pt x="2489762" y="2878835"/>
                  </a:moveTo>
                  <a:lnTo>
                    <a:pt x="2491736" y="2889143"/>
                  </a:lnTo>
                  <a:lnTo>
                    <a:pt x="2497658" y="2898136"/>
                  </a:lnTo>
                  <a:lnTo>
                    <a:pt x="2957574" y="3358052"/>
                  </a:lnTo>
                  <a:lnTo>
                    <a:pt x="3033899" y="3358052"/>
                  </a:lnTo>
                  <a:lnTo>
                    <a:pt x="2554682" y="2878835"/>
                  </a:lnTo>
                  <a:lnTo>
                    <a:pt x="2554682" y="2802457"/>
                  </a:lnTo>
                  <a:lnTo>
                    <a:pt x="2497658" y="2859535"/>
                  </a:lnTo>
                  <a:lnTo>
                    <a:pt x="2491736" y="2868527"/>
                  </a:lnTo>
                  <a:lnTo>
                    <a:pt x="2489762" y="2878835"/>
                  </a:lnTo>
                  <a:close/>
                </a:path>
                <a:path w="3564890" h="3358515">
                  <a:moveTo>
                    <a:pt x="0" y="3171852"/>
                  </a:moveTo>
                  <a:lnTo>
                    <a:pt x="0" y="3358052"/>
                  </a:lnTo>
                  <a:lnTo>
                    <a:pt x="1308709" y="3358052"/>
                  </a:lnTo>
                  <a:lnTo>
                    <a:pt x="1731779" y="2934982"/>
                  </a:lnTo>
                  <a:lnTo>
                    <a:pt x="984324" y="2187527"/>
                  </a:lnTo>
                  <a:lnTo>
                    <a:pt x="0" y="3171852"/>
                  </a:lnTo>
                  <a:close/>
                </a:path>
              </a:pathLst>
            </a:custGeom>
            <a:solidFill>
              <a:srgbClr val="CB4E0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91200" cy="1066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116" y="0"/>
            <a:ext cx="2200274" cy="16471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6998" y="21053"/>
            <a:ext cx="1241001" cy="13811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130887"/>
            <a:ext cx="18201640" cy="8473440"/>
            <a:chOff x="0" y="1130887"/>
            <a:chExt cx="18201640" cy="847344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3267" y="1130887"/>
              <a:ext cx="13731857" cy="5430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130887"/>
              <a:ext cx="3035068" cy="50363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34469" y="1130887"/>
              <a:ext cx="3067049" cy="5036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1631101"/>
              <a:ext cx="16353095" cy="7973093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2581465" y="1989578"/>
            <a:ext cx="4404995" cy="497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-290" b="0" i="0">
                <a:latin typeface="Arial Black"/>
                <a:cs typeface="Arial Black"/>
              </a:rPr>
              <a:t>CORE</a:t>
            </a:r>
            <a:r>
              <a:rPr dirty="0" sz="3100" spc="-305" b="0" i="0">
                <a:latin typeface="Arial Black"/>
                <a:cs typeface="Arial Black"/>
              </a:rPr>
              <a:t> </a:t>
            </a:r>
            <a:r>
              <a:rPr dirty="0" sz="3100" spc="-295" b="0" i="0">
                <a:latin typeface="Arial Black"/>
                <a:cs typeface="Arial Black"/>
              </a:rPr>
              <a:t>FUNCTIONALITY</a:t>
            </a:r>
            <a:endParaRPr sz="31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203835">
              <a:lnSpc>
                <a:spcPct val="116100"/>
              </a:lnSpc>
              <a:spcBef>
                <a:spcPts val="100"/>
              </a:spcBef>
            </a:pPr>
            <a:r>
              <a:rPr dirty="0" spc="-165">
                <a:latin typeface="Arial Black"/>
                <a:cs typeface="Arial Black"/>
              </a:rPr>
              <a:t>Real-time</a:t>
            </a:r>
            <a:r>
              <a:rPr dirty="0" spc="-229">
                <a:latin typeface="Arial Black"/>
                <a:cs typeface="Arial Black"/>
              </a:rPr>
              <a:t> </a:t>
            </a:r>
            <a:r>
              <a:rPr dirty="0" spc="-160">
                <a:latin typeface="Arial Black"/>
                <a:cs typeface="Arial Black"/>
              </a:rPr>
              <a:t>detection:</a:t>
            </a:r>
            <a:r>
              <a:rPr dirty="0" spc="-200">
                <a:latin typeface="Arial Black"/>
                <a:cs typeface="Arial Black"/>
              </a:rPr>
              <a:t> </a:t>
            </a:r>
            <a:r>
              <a:rPr dirty="0" spc="-35"/>
              <a:t>Continuously</a:t>
            </a:r>
            <a:r>
              <a:rPr dirty="0" spc="-250"/>
              <a:t> </a:t>
            </a:r>
            <a:r>
              <a:rPr dirty="0" spc="-45"/>
              <a:t>monitors</a:t>
            </a:r>
            <a:r>
              <a:rPr dirty="0" spc="-250"/>
              <a:t> </a:t>
            </a:r>
            <a:r>
              <a:rPr dirty="0" spc="-35"/>
              <a:t>the</a:t>
            </a:r>
            <a:r>
              <a:rPr dirty="0" spc="-250"/>
              <a:t> </a:t>
            </a:r>
            <a:r>
              <a:rPr dirty="0"/>
              <a:t>footpath</a:t>
            </a:r>
            <a:r>
              <a:rPr dirty="0" spc="-250"/>
              <a:t> </a:t>
            </a:r>
            <a:r>
              <a:rPr dirty="0"/>
              <a:t>to</a:t>
            </a:r>
            <a:r>
              <a:rPr dirty="0" spc="-250"/>
              <a:t> </a:t>
            </a:r>
            <a:r>
              <a:rPr dirty="0"/>
              <a:t>detect</a:t>
            </a:r>
            <a:r>
              <a:rPr dirty="0" spc="-250"/>
              <a:t> </a:t>
            </a:r>
            <a:r>
              <a:rPr dirty="0" spc="-100"/>
              <a:t>any</a:t>
            </a:r>
            <a:r>
              <a:rPr dirty="0" spc="-250"/>
              <a:t> </a:t>
            </a:r>
            <a:r>
              <a:rPr dirty="0" spc="-10"/>
              <a:t>object </a:t>
            </a:r>
            <a:r>
              <a:rPr dirty="0" spc="-70"/>
              <a:t>entering</a:t>
            </a:r>
            <a:r>
              <a:rPr dirty="0" spc="-254"/>
              <a:t> </a:t>
            </a:r>
            <a:r>
              <a:rPr dirty="0" spc="-35"/>
              <a:t>the</a:t>
            </a:r>
            <a:r>
              <a:rPr dirty="0" spc="-254"/>
              <a:t> </a:t>
            </a:r>
            <a:r>
              <a:rPr dirty="0" spc="-20"/>
              <a:t>area</a:t>
            </a:r>
          </a:p>
          <a:p>
            <a:pPr marL="12700" marR="257810">
              <a:lnSpc>
                <a:spcPct val="116100"/>
              </a:lnSpc>
            </a:pPr>
            <a:r>
              <a:rPr dirty="0" spc="-150">
                <a:latin typeface="Arial Black"/>
                <a:cs typeface="Arial Black"/>
              </a:rPr>
              <a:t>Intrusion</a:t>
            </a:r>
            <a:r>
              <a:rPr dirty="0" spc="-200">
                <a:latin typeface="Arial Black"/>
                <a:cs typeface="Arial Black"/>
              </a:rPr>
              <a:t> </a:t>
            </a:r>
            <a:r>
              <a:rPr dirty="0" spc="-195">
                <a:latin typeface="Arial Black"/>
                <a:cs typeface="Arial Black"/>
              </a:rPr>
              <a:t>classification:</a:t>
            </a:r>
            <a:r>
              <a:rPr dirty="0" spc="-200">
                <a:latin typeface="Arial Black"/>
                <a:cs typeface="Arial Black"/>
              </a:rPr>
              <a:t> </a:t>
            </a:r>
            <a:r>
              <a:rPr dirty="0" spc="-35"/>
              <a:t>Differentiates</a:t>
            </a:r>
            <a:r>
              <a:rPr dirty="0" spc="-220"/>
              <a:t> </a:t>
            </a:r>
            <a:r>
              <a:rPr dirty="0" spc="-50"/>
              <a:t>between</a:t>
            </a:r>
            <a:r>
              <a:rPr dirty="0" spc="-225"/>
              <a:t> </a:t>
            </a:r>
            <a:r>
              <a:rPr dirty="0" spc="-50"/>
              <a:t>pedestrians</a:t>
            </a:r>
            <a:r>
              <a:rPr dirty="0" spc="-220"/>
              <a:t> </a:t>
            </a:r>
            <a:r>
              <a:rPr dirty="0" spc="-60"/>
              <a:t>and</a:t>
            </a:r>
            <a:r>
              <a:rPr dirty="0" spc="-220"/>
              <a:t> </a:t>
            </a:r>
            <a:r>
              <a:rPr dirty="0" spc="-10"/>
              <a:t>unauthorized </a:t>
            </a:r>
            <a:r>
              <a:rPr dirty="0" spc="-35"/>
              <a:t>vehicles</a:t>
            </a:r>
            <a:r>
              <a:rPr dirty="0" spc="-265"/>
              <a:t> </a:t>
            </a:r>
            <a:r>
              <a:rPr dirty="0" spc="-50"/>
              <a:t>based</a:t>
            </a:r>
            <a:r>
              <a:rPr dirty="0" spc="-265"/>
              <a:t> </a:t>
            </a:r>
            <a:r>
              <a:rPr dirty="0" spc="-30"/>
              <a:t>on</a:t>
            </a:r>
            <a:r>
              <a:rPr dirty="0" spc="-265"/>
              <a:t> </a:t>
            </a:r>
            <a:r>
              <a:rPr dirty="0" spc="-75"/>
              <a:t>movement</a:t>
            </a:r>
            <a:r>
              <a:rPr dirty="0" spc="-260"/>
              <a:t> </a:t>
            </a:r>
            <a:r>
              <a:rPr dirty="0" spc="-10"/>
              <a:t>patterns</a:t>
            </a:r>
          </a:p>
          <a:p>
            <a:pPr marL="12700" marR="297815">
              <a:lnSpc>
                <a:spcPct val="116100"/>
              </a:lnSpc>
            </a:pPr>
            <a:r>
              <a:rPr dirty="0" spc="-160">
                <a:latin typeface="Arial Black"/>
                <a:cs typeface="Arial Black"/>
              </a:rPr>
              <a:t>Adaptive</a:t>
            </a:r>
            <a:r>
              <a:rPr dirty="0" spc="-229">
                <a:latin typeface="Arial Black"/>
                <a:cs typeface="Arial Black"/>
              </a:rPr>
              <a:t> </a:t>
            </a:r>
            <a:r>
              <a:rPr dirty="0" spc="-165">
                <a:latin typeface="Arial Black"/>
                <a:cs typeface="Arial Black"/>
              </a:rPr>
              <a:t>lighting</a:t>
            </a:r>
            <a:r>
              <a:rPr dirty="0" spc="-225">
                <a:latin typeface="Arial Black"/>
                <a:cs typeface="Arial Black"/>
              </a:rPr>
              <a:t> </a:t>
            </a:r>
            <a:r>
              <a:rPr dirty="0" spc="-140">
                <a:latin typeface="Arial Black"/>
                <a:cs typeface="Arial Black"/>
              </a:rPr>
              <a:t>control:</a:t>
            </a:r>
            <a:r>
              <a:rPr dirty="0" spc="-195">
                <a:latin typeface="Arial Black"/>
                <a:cs typeface="Arial Black"/>
              </a:rPr>
              <a:t> </a:t>
            </a:r>
            <a:r>
              <a:rPr dirty="0" spc="-35"/>
              <a:t>Automatically</a:t>
            </a:r>
            <a:r>
              <a:rPr dirty="0" spc="-250"/>
              <a:t> </a:t>
            </a:r>
            <a:r>
              <a:rPr dirty="0" spc="-80"/>
              <a:t>adjusts</a:t>
            </a:r>
            <a:r>
              <a:rPr dirty="0" spc="-250"/>
              <a:t> </a:t>
            </a:r>
            <a:r>
              <a:rPr dirty="0" spc="-60"/>
              <a:t>brightness</a:t>
            </a:r>
            <a:r>
              <a:rPr dirty="0" spc="-250"/>
              <a:t> </a:t>
            </a:r>
            <a:r>
              <a:rPr dirty="0" spc="-50"/>
              <a:t>based</a:t>
            </a:r>
            <a:r>
              <a:rPr dirty="0" spc="-245"/>
              <a:t> </a:t>
            </a:r>
            <a:r>
              <a:rPr dirty="0" spc="-30"/>
              <a:t>on</a:t>
            </a:r>
            <a:r>
              <a:rPr dirty="0" spc="-250"/>
              <a:t> </a:t>
            </a:r>
            <a:r>
              <a:rPr dirty="0" spc="-10"/>
              <a:t>ambient </a:t>
            </a:r>
            <a:r>
              <a:rPr dirty="0" spc="-45"/>
              <a:t>light</a:t>
            </a:r>
            <a:r>
              <a:rPr dirty="0" spc="-280"/>
              <a:t> </a:t>
            </a:r>
            <a:r>
              <a:rPr dirty="0" spc="-60"/>
              <a:t>and</a:t>
            </a:r>
            <a:r>
              <a:rPr dirty="0" spc="-280"/>
              <a:t> </a:t>
            </a:r>
            <a:r>
              <a:rPr dirty="0"/>
              <a:t>detected</a:t>
            </a:r>
            <a:r>
              <a:rPr dirty="0" spc="-280"/>
              <a:t> </a:t>
            </a:r>
            <a:r>
              <a:rPr dirty="0" spc="-10"/>
              <a:t>activity</a:t>
            </a:r>
          </a:p>
          <a:p>
            <a:pPr marL="12700" marR="1114425">
              <a:lnSpc>
                <a:spcPct val="116100"/>
              </a:lnSpc>
            </a:pPr>
            <a:r>
              <a:rPr dirty="0" spc="-145">
                <a:latin typeface="Arial Black"/>
                <a:cs typeface="Arial Black"/>
              </a:rPr>
              <a:t>Alert</a:t>
            </a:r>
            <a:r>
              <a:rPr dirty="0" spc="-235">
                <a:latin typeface="Arial Black"/>
                <a:cs typeface="Arial Black"/>
              </a:rPr>
              <a:t> </a:t>
            </a:r>
            <a:r>
              <a:rPr dirty="0" spc="-220">
                <a:latin typeface="Arial Black"/>
                <a:cs typeface="Arial Black"/>
              </a:rPr>
              <a:t>mechanism:</a:t>
            </a:r>
            <a:r>
              <a:rPr dirty="0" spc="-204">
                <a:latin typeface="Arial Black"/>
                <a:cs typeface="Arial Black"/>
              </a:rPr>
              <a:t> </a:t>
            </a:r>
            <a:r>
              <a:rPr dirty="0" spc="-105"/>
              <a:t>Triggers</a:t>
            </a:r>
            <a:r>
              <a:rPr dirty="0" spc="-260"/>
              <a:t> </a:t>
            </a:r>
            <a:r>
              <a:rPr dirty="0" spc="-90"/>
              <a:t>buzzer</a:t>
            </a:r>
            <a:r>
              <a:rPr dirty="0" spc="-254"/>
              <a:t> </a:t>
            </a:r>
            <a:r>
              <a:rPr dirty="0" spc="-45"/>
              <a:t>alerts</a:t>
            </a:r>
            <a:r>
              <a:rPr dirty="0" spc="-260"/>
              <a:t> </a:t>
            </a:r>
            <a:r>
              <a:rPr dirty="0" spc="-75"/>
              <a:t>when</a:t>
            </a:r>
            <a:r>
              <a:rPr dirty="0" spc="-254"/>
              <a:t> </a:t>
            </a:r>
            <a:r>
              <a:rPr dirty="0" spc="-135"/>
              <a:t>a</a:t>
            </a:r>
            <a:r>
              <a:rPr dirty="0" spc="-254"/>
              <a:t> </a:t>
            </a:r>
            <a:r>
              <a:rPr dirty="0" spc="-30"/>
              <a:t>vehicle</a:t>
            </a:r>
            <a:r>
              <a:rPr dirty="0" spc="-260"/>
              <a:t> </a:t>
            </a:r>
            <a:r>
              <a:rPr dirty="0" spc="-40"/>
              <a:t>intrudes</a:t>
            </a:r>
            <a:r>
              <a:rPr dirty="0" spc="-254"/>
              <a:t> </a:t>
            </a:r>
            <a:r>
              <a:rPr dirty="0"/>
              <a:t>onto</a:t>
            </a:r>
            <a:r>
              <a:rPr dirty="0" spc="-254"/>
              <a:t> </a:t>
            </a:r>
            <a:r>
              <a:rPr dirty="0" spc="-25"/>
              <a:t>the </a:t>
            </a:r>
            <a:r>
              <a:rPr dirty="0" spc="-10"/>
              <a:t>footpath</a:t>
            </a:r>
          </a:p>
          <a:p>
            <a:pPr marL="12700" marR="721360">
              <a:lnSpc>
                <a:spcPct val="116100"/>
              </a:lnSpc>
            </a:pPr>
            <a:r>
              <a:rPr dirty="0" spc="-215">
                <a:latin typeface="Arial Black"/>
                <a:cs typeface="Arial Black"/>
              </a:rPr>
              <a:t>Visual</a:t>
            </a:r>
            <a:r>
              <a:rPr dirty="0" spc="-235">
                <a:latin typeface="Arial Black"/>
                <a:cs typeface="Arial Black"/>
              </a:rPr>
              <a:t> </a:t>
            </a:r>
            <a:r>
              <a:rPr dirty="0" spc="-215">
                <a:latin typeface="Arial Black"/>
                <a:cs typeface="Arial Black"/>
              </a:rPr>
              <a:t>warning</a:t>
            </a:r>
            <a:r>
              <a:rPr dirty="0" spc="-229">
                <a:latin typeface="Arial Black"/>
                <a:cs typeface="Arial Black"/>
              </a:rPr>
              <a:t> </a:t>
            </a:r>
            <a:r>
              <a:rPr dirty="0" spc="-215">
                <a:latin typeface="Arial Black"/>
                <a:cs typeface="Arial Black"/>
              </a:rPr>
              <a:t>system:</a:t>
            </a:r>
            <a:r>
              <a:rPr dirty="0" spc="-235">
                <a:latin typeface="Arial Black"/>
                <a:cs typeface="Arial Black"/>
              </a:rPr>
              <a:t> </a:t>
            </a:r>
            <a:r>
              <a:rPr dirty="0" spc="-65"/>
              <a:t>Uses</a:t>
            </a:r>
            <a:r>
              <a:rPr dirty="0" spc="-254"/>
              <a:t> </a:t>
            </a:r>
            <a:r>
              <a:rPr dirty="0" spc="-50"/>
              <a:t>LED</a:t>
            </a:r>
            <a:r>
              <a:rPr dirty="0" spc="-254"/>
              <a:t> </a:t>
            </a:r>
            <a:r>
              <a:rPr dirty="0" spc="-25"/>
              <a:t>indicators</a:t>
            </a:r>
            <a:r>
              <a:rPr dirty="0" spc="-254"/>
              <a:t> </a:t>
            </a:r>
            <a:r>
              <a:rPr dirty="0"/>
              <a:t>to</a:t>
            </a:r>
            <a:r>
              <a:rPr dirty="0" spc="-254"/>
              <a:t> </a:t>
            </a:r>
            <a:r>
              <a:rPr dirty="0" spc="-40"/>
              <a:t>create</a:t>
            </a:r>
            <a:r>
              <a:rPr dirty="0" spc="-254"/>
              <a:t> </a:t>
            </a:r>
            <a:r>
              <a:rPr dirty="0" spc="-135"/>
              <a:t>a</a:t>
            </a:r>
            <a:r>
              <a:rPr dirty="0" spc="-254"/>
              <a:t> </a:t>
            </a:r>
            <a:r>
              <a:rPr dirty="0" spc="-45"/>
              <a:t>“virtual</a:t>
            </a:r>
            <a:r>
              <a:rPr dirty="0" spc="-254"/>
              <a:t> </a:t>
            </a:r>
            <a:r>
              <a:rPr dirty="0" spc="-55"/>
              <a:t>barrier”</a:t>
            </a:r>
            <a:r>
              <a:rPr dirty="0" spc="-254"/>
              <a:t> </a:t>
            </a:r>
            <a:r>
              <a:rPr dirty="0" spc="-25"/>
              <a:t>and </a:t>
            </a:r>
            <a:r>
              <a:rPr dirty="0" spc="-85"/>
              <a:t>signal</a:t>
            </a:r>
            <a:r>
              <a:rPr dirty="0" spc="-235"/>
              <a:t> </a:t>
            </a:r>
            <a:r>
              <a:rPr dirty="0" spc="-20"/>
              <a:t>restricted</a:t>
            </a:r>
            <a:r>
              <a:rPr dirty="0" spc="-235"/>
              <a:t> </a:t>
            </a:r>
            <a:r>
              <a:rPr dirty="0" spc="-10"/>
              <a:t>access</a:t>
            </a:r>
          </a:p>
          <a:p>
            <a:pPr marL="12700" marR="5080">
              <a:lnSpc>
                <a:spcPct val="116100"/>
              </a:lnSpc>
            </a:pPr>
            <a:r>
              <a:rPr dirty="0" spc="-180">
                <a:latin typeface="Arial Black"/>
                <a:cs typeface="Arial Black"/>
              </a:rPr>
              <a:t>Data</a:t>
            </a:r>
            <a:r>
              <a:rPr dirty="0" spc="-225">
                <a:latin typeface="Arial Black"/>
                <a:cs typeface="Arial Black"/>
              </a:rPr>
              <a:t> </a:t>
            </a:r>
            <a:r>
              <a:rPr dirty="0" spc="-195">
                <a:latin typeface="Arial Black"/>
                <a:cs typeface="Arial Black"/>
              </a:rPr>
              <a:t>logging:</a:t>
            </a:r>
            <a:r>
              <a:rPr dirty="0" spc="-220">
                <a:latin typeface="Arial Black"/>
                <a:cs typeface="Arial Black"/>
              </a:rPr>
              <a:t> </a:t>
            </a:r>
            <a:r>
              <a:rPr dirty="0" spc="-35"/>
              <a:t>Records</a:t>
            </a:r>
            <a:r>
              <a:rPr dirty="0" spc="-245"/>
              <a:t> </a:t>
            </a:r>
            <a:r>
              <a:rPr dirty="0" spc="-40"/>
              <a:t>intrusion</a:t>
            </a:r>
            <a:r>
              <a:rPr dirty="0" spc="-250"/>
              <a:t> </a:t>
            </a:r>
            <a:r>
              <a:rPr dirty="0" spc="-60"/>
              <a:t>events</a:t>
            </a:r>
            <a:r>
              <a:rPr dirty="0" spc="-245"/>
              <a:t> </a:t>
            </a:r>
            <a:r>
              <a:rPr dirty="0" spc="-60"/>
              <a:t>and</a:t>
            </a:r>
            <a:r>
              <a:rPr dirty="0" spc="-245"/>
              <a:t> </a:t>
            </a:r>
            <a:r>
              <a:rPr dirty="0" spc="-30"/>
              <a:t>activity</a:t>
            </a:r>
            <a:r>
              <a:rPr dirty="0" spc="-245"/>
              <a:t> </a:t>
            </a:r>
            <a:r>
              <a:rPr dirty="0" spc="-40"/>
              <a:t>patterns</a:t>
            </a:r>
            <a:r>
              <a:rPr dirty="0" spc="-245"/>
              <a:t> </a:t>
            </a:r>
            <a:r>
              <a:rPr dirty="0"/>
              <a:t>for</a:t>
            </a:r>
            <a:r>
              <a:rPr dirty="0" spc="-245"/>
              <a:t> </a:t>
            </a:r>
            <a:r>
              <a:rPr dirty="0" spc="-60"/>
              <a:t>monitoring</a:t>
            </a:r>
            <a:r>
              <a:rPr dirty="0" spc="-245"/>
              <a:t> </a:t>
            </a:r>
            <a:r>
              <a:rPr dirty="0" spc="-25"/>
              <a:t>and </a:t>
            </a:r>
            <a:r>
              <a:rPr dirty="0" spc="-30"/>
              <a:t>future</a:t>
            </a:r>
            <a:r>
              <a:rPr dirty="0" spc="-270"/>
              <a:t> </a:t>
            </a:r>
            <a:r>
              <a:rPr dirty="0" spc="-10"/>
              <a:t>analysis</a:t>
            </a:r>
          </a:p>
        </p:txBody>
      </p:sp>
      <p:sp>
        <p:nvSpPr>
          <p:cNvPr id="17" name="object 17"/>
          <p:cNvSpPr/>
          <p:nvPr/>
        </p:nvSpPr>
        <p:spPr>
          <a:xfrm>
            <a:off x="17449302" y="60965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365" y="152399"/>
                </a:moveTo>
                <a:lnTo>
                  <a:pt x="0" y="152399"/>
                </a:lnTo>
                <a:lnTo>
                  <a:pt x="0" y="0"/>
                </a:lnTo>
                <a:lnTo>
                  <a:pt x="152365" y="0"/>
                </a:lnTo>
                <a:lnTo>
                  <a:pt x="152365" y="152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754034" y="60965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365" y="152399"/>
                </a:moveTo>
                <a:lnTo>
                  <a:pt x="0" y="152399"/>
                </a:lnTo>
                <a:lnTo>
                  <a:pt x="0" y="0"/>
                </a:lnTo>
                <a:lnTo>
                  <a:pt x="152365" y="0"/>
                </a:lnTo>
                <a:lnTo>
                  <a:pt x="152365" y="152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144570" y="60965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365" y="152399"/>
                </a:moveTo>
                <a:lnTo>
                  <a:pt x="0" y="152399"/>
                </a:lnTo>
                <a:lnTo>
                  <a:pt x="0" y="0"/>
                </a:lnTo>
                <a:lnTo>
                  <a:pt x="152365" y="0"/>
                </a:lnTo>
                <a:lnTo>
                  <a:pt x="152365" y="152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535096" y="2819920"/>
            <a:ext cx="1753235" cy="4648200"/>
          </a:xfrm>
          <a:custGeom>
            <a:avLst/>
            <a:gdLst/>
            <a:ahLst/>
            <a:cxnLst/>
            <a:rect l="l" t="t" r="r" b="b"/>
            <a:pathLst>
              <a:path w="1753234" h="4648200">
                <a:moveTo>
                  <a:pt x="1218933" y="533400"/>
                </a:moveTo>
                <a:lnTo>
                  <a:pt x="761834" y="533400"/>
                </a:lnTo>
                <a:lnTo>
                  <a:pt x="761834" y="685800"/>
                </a:lnTo>
                <a:lnTo>
                  <a:pt x="914196" y="685800"/>
                </a:lnTo>
                <a:lnTo>
                  <a:pt x="914196" y="990600"/>
                </a:lnTo>
                <a:lnTo>
                  <a:pt x="1066571" y="990600"/>
                </a:lnTo>
                <a:lnTo>
                  <a:pt x="1066571" y="685800"/>
                </a:lnTo>
                <a:lnTo>
                  <a:pt x="1218933" y="685800"/>
                </a:lnTo>
                <a:lnTo>
                  <a:pt x="1218933" y="533400"/>
                </a:lnTo>
                <a:close/>
              </a:path>
              <a:path w="1753234" h="4648200">
                <a:moveTo>
                  <a:pt x="1752892" y="3581400"/>
                </a:moveTo>
                <a:lnTo>
                  <a:pt x="914196" y="3581400"/>
                </a:lnTo>
                <a:lnTo>
                  <a:pt x="914196" y="3733800"/>
                </a:lnTo>
                <a:lnTo>
                  <a:pt x="914196" y="4495800"/>
                </a:lnTo>
                <a:lnTo>
                  <a:pt x="761834" y="4495800"/>
                </a:lnTo>
                <a:lnTo>
                  <a:pt x="761834" y="3733800"/>
                </a:lnTo>
                <a:lnTo>
                  <a:pt x="914196" y="3733800"/>
                </a:lnTo>
                <a:lnTo>
                  <a:pt x="914196" y="3581400"/>
                </a:lnTo>
                <a:lnTo>
                  <a:pt x="609473" y="3581400"/>
                </a:lnTo>
                <a:lnTo>
                  <a:pt x="609473" y="3733800"/>
                </a:lnTo>
                <a:lnTo>
                  <a:pt x="609473" y="4495800"/>
                </a:lnTo>
                <a:lnTo>
                  <a:pt x="380923" y="4495800"/>
                </a:lnTo>
                <a:lnTo>
                  <a:pt x="334924" y="4491152"/>
                </a:lnTo>
                <a:lnTo>
                  <a:pt x="292049" y="4477804"/>
                </a:lnTo>
                <a:lnTo>
                  <a:pt x="253238" y="4456696"/>
                </a:lnTo>
                <a:lnTo>
                  <a:pt x="219392" y="4428756"/>
                </a:lnTo>
                <a:lnTo>
                  <a:pt x="191465" y="4394911"/>
                </a:lnTo>
                <a:lnTo>
                  <a:pt x="170357" y="4356087"/>
                </a:lnTo>
                <a:lnTo>
                  <a:pt x="157022" y="4313212"/>
                </a:lnTo>
                <a:lnTo>
                  <a:pt x="152374" y="4267200"/>
                </a:lnTo>
                <a:lnTo>
                  <a:pt x="152374" y="3962400"/>
                </a:lnTo>
                <a:lnTo>
                  <a:pt x="157022" y="3916388"/>
                </a:lnTo>
                <a:lnTo>
                  <a:pt x="170357" y="3873512"/>
                </a:lnTo>
                <a:lnTo>
                  <a:pt x="191465" y="3834688"/>
                </a:lnTo>
                <a:lnTo>
                  <a:pt x="219392" y="3800830"/>
                </a:lnTo>
                <a:lnTo>
                  <a:pt x="253238" y="3772903"/>
                </a:lnTo>
                <a:lnTo>
                  <a:pt x="292049" y="3751796"/>
                </a:lnTo>
                <a:lnTo>
                  <a:pt x="334924" y="3738448"/>
                </a:lnTo>
                <a:lnTo>
                  <a:pt x="380923" y="3733800"/>
                </a:lnTo>
                <a:lnTo>
                  <a:pt x="609473" y="3733800"/>
                </a:lnTo>
                <a:lnTo>
                  <a:pt x="609473" y="3581400"/>
                </a:lnTo>
                <a:lnTo>
                  <a:pt x="380923" y="3581400"/>
                </a:lnTo>
                <a:lnTo>
                  <a:pt x="333209" y="3584371"/>
                </a:lnTo>
                <a:lnTo>
                  <a:pt x="287235" y="3593058"/>
                </a:lnTo>
                <a:lnTo>
                  <a:pt x="243382" y="3607092"/>
                </a:lnTo>
                <a:lnTo>
                  <a:pt x="201993" y="3626104"/>
                </a:lnTo>
                <a:lnTo>
                  <a:pt x="163449" y="3649751"/>
                </a:lnTo>
                <a:lnTo>
                  <a:pt x="128079" y="3677666"/>
                </a:lnTo>
                <a:lnTo>
                  <a:pt x="96253" y="3709492"/>
                </a:lnTo>
                <a:lnTo>
                  <a:pt x="68351" y="3744874"/>
                </a:lnTo>
                <a:lnTo>
                  <a:pt x="44704" y="3783444"/>
                </a:lnTo>
                <a:lnTo>
                  <a:pt x="25692" y="3824833"/>
                </a:lnTo>
                <a:lnTo>
                  <a:pt x="11658" y="3868699"/>
                </a:lnTo>
                <a:lnTo>
                  <a:pt x="2984" y="3914673"/>
                </a:lnTo>
                <a:lnTo>
                  <a:pt x="0" y="3962400"/>
                </a:lnTo>
                <a:lnTo>
                  <a:pt x="0" y="4267200"/>
                </a:lnTo>
                <a:lnTo>
                  <a:pt x="2984" y="4314926"/>
                </a:lnTo>
                <a:lnTo>
                  <a:pt x="11658" y="4360900"/>
                </a:lnTo>
                <a:lnTo>
                  <a:pt x="25692" y="4404766"/>
                </a:lnTo>
                <a:lnTo>
                  <a:pt x="44704" y="4446155"/>
                </a:lnTo>
                <a:lnTo>
                  <a:pt x="68351" y="4484725"/>
                </a:lnTo>
                <a:lnTo>
                  <a:pt x="96253" y="4520108"/>
                </a:lnTo>
                <a:lnTo>
                  <a:pt x="128079" y="4551934"/>
                </a:lnTo>
                <a:lnTo>
                  <a:pt x="163449" y="4579848"/>
                </a:lnTo>
                <a:lnTo>
                  <a:pt x="201993" y="4603496"/>
                </a:lnTo>
                <a:lnTo>
                  <a:pt x="243382" y="4622508"/>
                </a:lnTo>
                <a:lnTo>
                  <a:pt x="287235" y="4636541"/>
                </a:lnTo>
                <a:lnTo>
                  <a:pt x="333209" y="4645228"/>
                </a:lnTo>
                <a:lnTo>
                  <a:pt x="380923" y="4648200"/>
                </a:lnTo>
                <a:lnTo>
                  <a:pt x="1752892" y="4648200"/>
                </a:lnTo>
                <a:lnTo>
                  <a:pt x="1752892" y="4495800"/>
                </a:lnTo>
                <a:lnTo>
                  <a:pt x="1066571" y="4495800"/>
                </a:lnTo>
                <a:lnTo>
                  <a:pt x="1066571" y="4191000"/>
                </a:lnTo>
                <a:lnTo>
                  <a:pt x="1752892" y="4191000"/>
                </a:lnTo>
                <a:lnTo>
                  <a:pt x="1752892" y="4038600"/>
                </a:lnTo>
                <a:lnTo>
                  <a:pt x="1066571" y="4038600"/>
                </a:lnTo>
                <a:lnTo>
                  <a:pt x="1066571" y="3733800"/>
                </a:lnTo>
                <a:lnTo>
                  <a:pt x="1752892" y="3733800"/>
                </a:lnTo>
                <a:lnTo>
                  <a:pt x="1752892" y="3581400"/>
                </a:lnTo>
                <a:close/>
              </a:path>
              <a:path w="1753234" h="4648200">
                <a:moveTo>
                  <a:pt x="1752892" y="355600"/>
                </a:moveTo>
                <a:lnTo>
                  <a:pt x="1735924" y="330200"/>
                </a:lnTo>
                <a:lnTo>
                  <a:pt x="1704873" y="304800"/>
                </a:lnTo>
                <a:lnTo>
                  <a:pt x="1672297" y="266700"/>
                </a:lnTo>
                <a:lnTo>
                  <a:pt x="1638261" y="241300"/>
                </a:lnTo>
                <a:lnTo>
                  <a:pt x="1602816" y="203200"/>
                </a:lnTo>
                <a:lnTo>
                  <a:pt x="1566011" y="177800"/>
                </a:lnTo>
                <a:lnTo>
                  <a:pt x="1527911" y="152400"/>
                </a:lnTo>
                <a:lnTo>
                  <a:pt x="1488579" y="127000"/>
                </a:lnTo>
                <a:lnTo>
                  <a:pt x="1448066" y="101600"/>
                </a:lnTo>
                <a:lnTo>
                  <a:pt x="1406423" y="88900"/>
                </a:lnTo>
                <a:lnTo>
                  <a:pt x="1363726" y="63500"/>
                </a:lnTo>
                <a:lnTo>
                  <a:pt x="1275321" y="38100"/>
                </a:lnTo>
                <a:lnTo>
                  <a:pt x="1136129" y="0"/>
                </a:lnTo>
                <a:lnTo>
                  <a:pt x="848448" y="0"/>
                </a:lnTo>
                <a:lnTo>
                  <a:pt x="712673" y="38100"/>
                </a:lnTo>
                <a:lnTo>
                  <a:pt x="584479" y="76200"/>
                </a:lnTo>
                <a:lnTo>
                  <a:pt x="543674" y="101600"/>
                </a:lnTo>
                <a:lnTo>
                  <a:pt x="503923" y="127000"/>
                </a:lnTo>
                <a:lnTo>
                  <a:pt x="465277" y="139700"/>
                </a:lnTo>
                <a:lnTo>
                  <a:pt x="427786" y="165100"/>
                </a:lnTo>
                <a:lnTo>
                  <a:pt x="391502" y="190500"/>
                </a:lnTo>
                <a:lnTo>
                  <a:pt x="356476" y="228600"/>
                </a:lnTo>
                <a:lnTo>
                  <a:pt x="322757" y="254000"/>
                </a:lnTo>
                <a:lnTo>
                  <a:pt x="290410" y="279400"/>
                </a:lnTo>
                <a:lnTo>
                  <a:pt x="259486" y="317500"/>
                </a:lnTo>
                <a:lnTo>
                  <a:pt x="230022" y="355600"/>
                </a:lnTo>
                <a:lnTo>
                  <a:pt x="202082" y="381000"/>
                </a:lnTo>
                <a:lnTo>
                  <a:pt x="175717" y="419100"/>
                </a:lnTo>
                <a:lnTo>
                  <a:pt x="150977" y="457200"/>
                </a:lnTo>
                <a:lnTo>
                  <a:pt x="127927" y="495300"/>
                </a:lnTo>
                <a:lnTo>
                  <a:pt x="106591" y="533400"/>
                </a:lnTo>
                <a:lnTo>
                  <a:pt x="87045" y="584200"/>
                </a:lnTo>
                <a:lnTo>
                  <a:pt x="69342" y="622300"/>
                </a:lnTo>
                <a:lnTo>
                  <a:pt x="53517" y="660400"/>
                </a:lnTo>
                <a:lnTo>
                  <a:pt x="39636" y="711200"/>
                </a:lnTo>
                <a:lnTo>
                  <a:pt x="27736" y="749300"/>
                </a:lnTo>
                <a:lnTo>
                  <a:pt x="17894" y="800100"/>
                </a:lnTo>
                <a:lnTo>
                  <a:pt x="10147" y="838200"/>
                </a:lnTo>
                <a:lnTo>
                  <a:pt x="4546" y="889000"/>
                </a:lnTo>
                <a:lnTo>
                  <a:pt x="1155" y="939800"/>
                </a:lnTo>
                <a:lnTo>
                  <a:pt x="0" y="977900"/>
                </a:lnTo>
                <a:lnTo>
                  <a:pt x="1308" y="1028700"/>
                </a:lnTo>
                <a:lnTo>
                  <a:pt x="5168" y="1079500"/>
                </a:lnTo>
                <a:lnTo>
                  <a:pt x="11531" y="1130300"/>
                </a:lnTo>
                <a:lnTo>
                  <a:pt x="20370" y="1181100"/>
                </a:lnTo>
                <a:lnTo>
                  <a:pt x="31623" y="1231900"/>
                </a:lnTo>
                <a:lnTo>
                  <a:pt x="45250" y="1282700"/>
                </a:lnTo>
                <a:lnTo>
                  <a:pt x="61188" y="1320800"/>
                </a:lnTo>
                <a:lnTo>
                  <a:pt x="79400" y="1371600"/>
                </a:lnTo>
                <a:lnTo>
                  <a:pt x="99822" y="1409700"/>
                </a:lnTo>
                <a:lnTo>
                  <a:pt x="122428" y="1460500"/>
                </a:lnTo>
                <a:lnTo>
                  <a:pt x="147142" y="1498600"/>
                </a:lnTo>
                <a:lnTo>
                  <a:pt x="173939" y="1549400"/>
                </a:lnTo>
                <a:lnTo>
                  <a:pt x="202755" y="1587500"/>
                </a:lnTo>
                <a:lnTo>
                  <a:pt x="233553" y="1625600"/>
                </a:lnTo>
                <a:lnTo>
                  <a:pt x="266280" y="1663700"/>
                </a:lnTo>
                <a:lnTo>
                  <a:pt x="300888" y="1689100"/>
                </a:lnTo>
                <a:lnTo>
                  <a:pt x="337312" y="1727200"/>
                </a:lnTo>
                <a:lnTo>
                  <a:pt x="375526" y="1765300"/>
                </a:lnTo>
                <a:lnTo>
                  <a:pt x="415480" y="1790700"/>
                </a:lnTo>
                <a:lnTo>
                  <a:pt x="457098" y="1816100"/>
                </a:lnTo>
                <a:lnTo>
                  <a:pt x="457098" y="2578100"/>
                </a:lnTo>
                <a:lnTo>
                  <a:pt x="462495" y="2628900"/>
                </a:lnTo>
                <a:lnTo>
                  <a:pt x="477888" y="2679700"/>
                </a:lnTo>
                <a:lnTo>
                  <a:pt x="502094" y="2717800"/>
                </a:lnTo>
                <a:lnTo>
                  <a:pt x="533958" y="2755900"/>
                </a:lnTo>
                <a:lnTo>
                  <a:pt x="572300" y="2781300"/>
                </a:lnTo>
                <a:lnTo>
                  <a:pt x="615950" y="2806700"/>
                </a:lnTo>
                <a:lnTo>
                  <a:pt x="627341" y="2844800"/>
                </a:lnTo>
                <a:lnTo>
                  <a:pt x="644537" y="2895600"/>
                </a:lnTo>
                <a:lnTo>
                  <a:pt x="667080" y="2933700"/>
                </a:lnTo>
                <a:lnTo>
                  <a:pt x="694575" y="2971800"/>
                </a:lnTo>
                <a:lnTo>
                  <a:pt x="726592" y="3009900"/>
                </a:lnTo>
                <a:lnTo>
                  <a:pt x="762723" y="3048000"/>
                </a:lnTo>
                <a:lnTo>
                  <a:pt x="802538" y="3073400"/>
                </a:lnTo>
                <a:lnTo>
                  <a:pt x="845642" y="3086100"/>
                </a:lnTo>
                <a:lnTo>
                  <a:pt x="891590" y="3098800"/>
                </a:lnTo>
                <a:lnTo>
                  <a:pt x="939977" y="3111500"/>
                </a:lnTo>
                <a:lnTo>
                  <a:pt x="1040790" y="3111500"/>
                </a:lnTo>
                <a:lnTo>
                  <a:pt x="1089177" y="3098800"/>
                </a:lnTo>
                <a:lnTo>
                  <a:pt x="1135126" y="3086100"/>
                </a:lnTo>
                <a:lnTo>
                  <a:pt x="1178229" y="3073400"/>
                </a:lnTo>
                <a:lnTo>
                  <a:pt x="1218044" y="3048000"/>
                </a:lnTo>
                <a:lnTo>
                  <a:pt x="1254175" y="3009900"/>
                </a:lnTo>
                <a:lnTo>
                  <a:pt x="1286192" y="2971800"/>
                </a:lnTo>
                <a:lnTo>
                  <a:pt x="1313688" y="2933700"/>
                </a:lnTo>
                <a:lnTo>
                  <a:pt x="1336230" y="2895600"/>
                </a:lnTo>
                <a:lnTo>
                  <a:pt x="1353413" y="2844800"/>
                </a:lnTo>
                <a:lnTo>
                  <a:pt x="1364818" y="2806700"/>
                </a:lnTo>
                <a:lnTo>
                  <a:pt x="1408468" y="2781300"/>
                </a:lnTo>
                <a:lnTo>
                  <a:pt x="1446809" y="2755900"/>
                </a:lnTo>
                <a:lnTo>
                  <a:pt x="1478673" y="2717800"/>
                </a:lnTo>
                <a:lnTo>
                  <a:pt x="1502879" y="2679700"/>
                </a:lnTo>
                <a:lnTo>
                  <a:pt x="1510576" y="2654300"/>
                </a:lnTo>
                <a:lnTo>
                  <a:pt x="1518272" y="2628900"/>
                </a:lnTo>
                <a:lnTo>
                  <a:pt x="1523669" y="2578100"/>
                </a:lnTo>
                <a:lnTo>
                  <a:pt x="1523669" y="2501900"/>
                </a:lnTo>
                <a:lnTo>
                  <a:pt x="1523669" y="2349500"/>
                </a:lnTo>
                <a:lnTo>
                  <a:pt x="1523669" y="2197100"/>
                </a:lnTo>
                <a:lnTo>
                  <a:pt x="1523669" y="2044700"/>
                </a:lnTo>
                <a:lnTo>
                  <a:pt x="1523669" y="1816100"/>
                </a:lnTo>
                <a:lnTo>
                  <a:pt x="1564601" y="1790700"/>
                </a:lnTo>
                <a:lnTo>
                  <a:pt x="1603832" y="1765300"/>
                </a:lnTo>
                <a:lnTo>
                  <a:pt x="1641297" y="1727200"/>
                </a:lnTo>
                <a:lnTo>
                  <a:pt x="1677009" y="1701800"/>
                </a:lnTo>
                <a:lnTo>
                  <a:pt x="1710944" y="1663700"/>
                </a:lnTo>
                <a:lnTo>
                  <a:pt x="1743062" y="1625600"/>
                </a:lnTo>
                <a:lnTo>
                  <a:pt x="1752892" y="1612900"/>
                </a:lnTo>
                <a:lnTo>
                  <a:pt x="1752892" y="1333500"/>
                </a:lnTo>
                <a:lnTo>
                  <a:pt x="1738731" y="1358900"/>
                </a:lnTo>
                <a:lnTo>
                  <a:pt x="1715782" y="1397000"/>
                </a:lnTo>
                <a:lnTo>
                  <a:pt x="1690446" y="1447800"/>
                </a:lnTo>
                <a:lnTo>
                  <a:pt x="1662785" y="1485900"/>
                </a:lnTo>
                <a:lnTo>
                  <a:pt x="1632851" y="1524000"/>
                </a:lnTo>
                <a:lnTo>
                  <a:pt x="1600720" y="1562100"/>
                </a:lnTo>
                <a:lnTo>
                  <a:pt x="1566443" y="1587500"/>
                </a:lnTo>
                <a:lnTo>
                  <a:pt x="1530108" y="1625600"/>
                </a:lnTo>
                <a:lnTo>
                  <a:pt x="1491767" y="1651000"/>
                </a:lnTo>
                <a:lnTo>
                  <a:pt x="1451483" y="1689100"/>
                </a:lnTo>
                <a:lnTo>
                  <a:pt x="1409319" y="1714500"/>
                </a:lnTo>
                <a:lnTo>
                  <a:pt x="1371295" y="1727200"/>
                </a:lnTo>
                <a:lnTo>
                  <a:pt x="1371295" y="2044700"/>
                </a:lnTo>
                <a:lnTo>
                  <a:pt x="1371295" y="2197100"/>
                </a:lnTo>
                <a:lnTo>
                  <a:pt x="1371295" y="2349500"/>
                </a:lnTo>
                <a:lnTo>
                  <a:pt x="1371295" y="2501900"/>
                </a:lnTo>
                <a:lnTo>
                  <a:pt x="1371295" y="2578100"/>
                </a:lnTo>
                <a:lnTo>
                  <a:pt x="1365300" y="2616200"/>
                </a:lnTo>
                <a:lnTo>
                  <a:pt x="1348943" y="2641600"/>
                </a:lnTo>
                <a:lnTo>
                  <a:pt x="1324724" y="2654300"/>
                </a:lnTo>
                <a:lnTo>
                  <a:pt x="1204836" y="2654300"/>
                </a:lnTo>
                <a:lnTo>
                  <a:pt x="1204836" y="2806700"/>
                </a:lnTo>
                <a:lnTo>
                  <a:pt x="1184922" y="2857500"/>
                </a:lnTo>
                <a:lnTo>
                  <a:pt x="1157300" y="2895600"/>
                </a:lnTo>
                <a:lnTo>
                  <a:pt x="1123010" y="2921000"/>
                </a:lnTo>
                <a:lnTo>
                  <a:pt x="1083081" y="2946400"/>
                </a:lnTo>
                <a:lnTo>
                  <a:pt x="1038529" y="2959100"/>
                </a:lnTo>
                <a:lnTo>
                  <a:pt x="942238" y="2959100"/>
                </a:lnTo>
                <a:lnTo>
                  <a:pt x="897686" y="2946400"/>
                </a:lnTo>
                <a:lnTo>
                  <a:pt x="857745" y="2921000"/>
                </a:lnTo>
                <a:lnTo>
                  <a:pt x="823442" y="2895600"/>
                </a:lnTo>
                <a:lnTo>
                  <a:pt x="795807" y="2857500"/>
                </a:lnTo>
                <a:lnTo>
                  <a:pt x="775855" y="2806700"/>
                </a:lnTo>
                <a:lnTo>
                  <a:pt x="1204836" y="2806700"/>
                </a:lnTo>
                <a:lnTo>
                  <a:pt x="1204836" y="2654300"/>
                </a:lnTo>
                <a:lnTo>
                  <a:pt x="656043" y="2654300"/>
                </a:lnTo>
                <a:lnTo>
                  <a:pt x="631825" y="2641600"/>
                </a:lnTo>
                <a:lnTo>
                  <a:pt x="615467" y="2616200"/>
                </a:lnTo>
                <a:lnTo>
                  <a:pt x="609473" y="2578100"/>
                </a:lnTo>
                <a:lnTo>
                  <a:pt x="609473" y="2501900"/>
                </a:lnTo>
                <a:lnTo>
                  <a:pt x="1371295" y="2501900"/>
                </a:lnTo>
                <a:lnTo>
                  <a:pt x="1371295" y="2349500"/>
                </a:lnTo>
                <a:lnTo>
                  <a:pt x="609473" y="2349500"/>
                </a:lnTo>
                <a:lnTo>
                  <a:pt x="609473" y="2197100"/>
                </a:lnTo>
                <a:lnTo>
                  <a:pt x="1371295" y="2197100"/>
                </a:lnTo>
                <a:lnTo>
                  <a:pt x="1371295" y="2044700"/>
                </a:lnTo>
                <a:lnTo>
                  <a:pt x="1218933" y="2044700"/>
                </a:lnTo>
                <a:lnTo>
                  <a:pt x="1218933" y="1333500"/>
                </a:lnTo>
                <a:lnTo>
                  <a:pt x="1523669" y="1181100"/>
                </a:lnTo>
                <a:lnTo>
                  <a:pt x="1523669" y="825500"/>
                </a:lnTo>
                <a:lnTo>
                  <a:pt x="1371295" y="825500"/>
                </a:lnTo>
                <a:lnTo>
                  <a:pt x="1371295" y="1092200"/>
                </a:lnTo>
                <a:lnTo>
                  <a:pt x="1066571" y="1244600"/>
                </a:lnTo>
                <a:lnTo>
                  <a:pt x="1066571" y="2044700"/>
                </a:lnTo>
                <a:lnTo>
                  <a:pt x="914196" y="2044700"/>
                </a:lnTo>
                <a:lnTo>
                  <a:pt x="914196" y="1244600"/>
                </a:lnTo>
                <a:lnTo>
                  <a:pt x="609473" y="1092200"/>
                </a:lnTo>
                <a:lnTo>
                  <a:pt x="609473" y="825500"/>
                </a:lnTo>
                <a:lnTo>
                  <a:pt x="457098" y="825500"/>
                </a:lnTo>
                <a:lnTo>
                  <a:pt x="457098" y="1181100"/>
                </a:lnTo>
                <a:lnTo>
                  <a:pt x="761834" y="1333500"/>
                </a:lnTo>
                <a:lnTo>
                  <a:pt x="761834" y="2044700"/>
                </a:lnTo>
                <a:lnTo>
                  <a:pt x="609473" y="2044700"/>
                </a:lnTo>
                <a:lnTo>
                  <a:pt x="609473" y="1727200"/>
                </a:lnTo>
                <a:lnTo>
                  <a:pt x="571449" y="1714500"/>
                </a:lnTo>
                <a:lnTo>
                  <a:pt x="529285" y="1689100"/>
                </a:lnTo>
                <a:lnTo>
                  <a:pt x="489000" y="1651000"/>
                </a:lnTo>
                <a:lnTo>
                  <a:pt x="450659" y="1625600"/>
                </a:lnTo>
                <a:lnTo>
                  <a:pt x="414324" y="1587500"/>
                </a:lnTo>
                <a:lnTo>
                  <a:pt x="380047" y="1562100"/>
                </a:lnTo>
                <a:lnTo>
                  <a:pt x="347916" y="1524000"/>
                </a:lnTo>
                <a:lnTo>
                  <a:pt x="317982" y="1485900"/>
                </a:lnTo>
                <a:lnTo>
                  <a:pt x="290322" y="1447800"/>
                </a:lnTo>
                <a:lnTo>
                  <a:pt x="264985" y="1397000"/>
                </a:lnTo>
                <a:lnTo>
                  <a:pt x="242036" y="1358900"/>
                </a:lnTo>
                <a:lnTo>
                  <a:pt x="221551" y="1320800"/>
                </a:lnTo>
                <a:lnTo>
                  <a:pt x="203581" y="1270000"/>
                </a:lnTo>
                <a:lnTo>
                  <a:pt x="188201" y="1219200"/>
                </a:lnTo>
                <a:lnTo>
                  <a:pt x="175475" y="1181100"/>
                </a:lnTo>
                <a:lnTo>
                  <a:pt x="165468" y="1130300"/>
                </a:lnTo>
                <a:lnTo>
                  <a:pt x="158229" y="1079500"/>
                </a:lnTo>
                <a:lnTo>
                  <a:pt x="153847" y="1028700"/>
                </a:lnTo>
                <a:lnTo>
                  <a:pt x="152374" y="977900"/>
                </a:lnTo>
                <a:lnTo>
                  <a:pt x="153695" y="939800"/>
                </a:lnTo>
                <a:lnTo>
                  <a:pt x="157645" y="889000"/>
                </a:lnTo>
                <a:lnTo>
                  <a:pt x="164122" y="838200"/>
                </a:lnTo>
                <a:lnTo>
                  <a:pt x="173062" y="800100"/>
                </a:lnTo>
                <a:lnTo>
                  <a:pt x="184416" y="749300"/>
                </a:lnTo>
                <a:lnTo>
                  <a:pt x="198081" y="711200"/>
                </a:lnTo>
                <a:lnTo>
                  <a:pt x="214007" y="673100"/>
                </a:lnTo>
                <a:lnTo>
                  <a:pt x="232117" y="622300"/>
                </a:lnTo>
                <a:lnTo>
                  <a:pt x="252336" y="584200"/>
                </a:lnTo>
                <a:lnTo>
                  <a:pt x="274599" y="546100"/>
                </a:lnTo>
                <a:lnTo>
                  <a:pt x="298831" y="508000"/>
                </a:lnTo>
                <a:lnTo>
                  <a:pt x="324954" y="469900"/>
                </a:lnTo>
                <a:lnTo>
                  <a:pt x="352907" y="444500"/>
                </a:lnTo>
                <a:lnTo>
                  <a:pt x="382612" y="406400"/>
                </a:lnTo>
                <a:lnTo>
                  <a:pt x="414007" y="381000"/>
                </a:lnTo>
                <a:lnTo>
                  <a:pt x="447014" y="342900"/>
                </a:lnTo>
                <a:lnTo>
                  <a:pt x="481558" y="317500"/>
                </a:lnTo>
                <a:lnTo>
                  <a:pt x="517575" y="292100"/>
                </a:lnTo>
                <a:lnTo>
                  <a:pt x="554990" y="266700"/>
                </a:lnTo>
                <a:lnTo>
                  <a:pt x="593737" y="241300"/>
                </a:lnTo>
                <a:lnTo>
                  <a:pt x="633742" y="228600"/>
                </a:lnTo>
                <a:lnTo>
                  <a:pt x="674916" y="203200"/>
                </a:lnTo>
                <a:lnTo>
                  <a:pt x="717219" y="190500"/>
                </a:lnTo>
                <a:lnTo>
                  <a:pt x="850074" y="152400"/>
                </a:lnTo>
                <a:lnTo>
                  <a:pt x="942898" y="152400"/>
                </a:lnTo>
                <a:lnTo>
                  <a:pt x="990384" y="139700"/>
                </a:lnTo>
                <a:lnTo>
                  <a:pt x="1037856" y="152400"/>
                </a:lnTo>
                <a:lnTo>
                  <a:pt x="1130693" y="152400"/>
                </a:lnTo>
                <a:lnTo>
                  <a:pt x="1263548" y="190500"/>
                </a:lnTo>
                <a:lnTo>
                  <a:pt x="1305852" y="203200"/>
                </a:lnTo>
                <a:lnTo>
                  <a:pt x="1347025" y="228600"/>
                </a:lnTo>
                <a:lnTo>
                  <a:pt x="1387030" y="241300"/>
                </a:lnTo>
                <a:lnTo>
                  <a:pt x="1425765" y="266700"/>
                </a:lnTo>
                <a:lnTo>
                  <a:pt x="1463192" y="292100"/>
                </a:lnTo>
                <a:lnTo>
                  <a:pt x="1499209" y="317500"/>
                </a:lnTo>
                <a:lnTo>
                  <a:pt x="1533753" y="342900"/>
                </a:lnTo>
                <a:lnTo>
                  <a:pt x="1566760" y="381000"/>
                </a:lnTo>
                <a:lnTo>
                  <a:pt x="1598142" y="406400"/>
                </a:lnTo>
                <a:lnTo>
                  <a:pt x="1627860" y="444500"/>
                </a:lnTo>
                <a:lnTo>
                  <a:pt x="1655813" y="469900"/>
                </a:lnTo>
                <a:lnTo>
                  <a:pt x="1681937" y="508000"/>
                </a:lnTo>
                <a:lnTo>
                  <a:pt x="1706168" y="546100"/>
                </a:lnTo>
                <a:lnTo>
                  <a:pt x="1728431" y="584200"/>
                </a:lnTo>
                <a:lnTo>
                  <a:pt x="1748650" y="622300"/>
                </a:lnTo>
                <a:lnTo>
                  <a:pt x="1752892" y="635000"/>
                </a:lnTo>
                <a:lnTo>
                  <a:pt x="1752892" y="355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723650" y="6257038"/>
            <a:ext cx="3564890" cy="3771265"/>
            <a:chOff x="14723650" y="6257038"/>
            <a:chExt cx="3564890" cy="3771265"/>
          </a:xfrm>
        </p:grpSpPr>
        <p:sp>
          <p:nvSpPr>
            <p:cNvPr id="3" name="object 3"/>
            <p:cNvSpPr/>
            <p:nvPr/>
          </p:nvSpPr>
          <p:spPr>
            <a:xfrm>
              <a:off x="16369455" y="7144415"/>
              <a:ext cx="1918970" cy="2884170"/>
            </a:xfrm>
            <a:custGeom>
              <a:avLst/>
              <a:gdLst/>
              <a:ahLst/>
              <a:cxnLst/>
              <a:rect l="l" t="t" r="r" b="b"/>
              <a:pathLst>
                <a:path w="1918969" h="2884170">
                  <a:moveTo>
                    <a:pt x="0" y="1748448"/>
                  </a:moveTo>
                  <a:lnTo>
                    <a:pt x="1135219" y="2883668"/>
                  </a:lnTo>
                  <a:lnTo>
                    <a:pt x="1918545" y="2883667"/>
                  </a:lnTo>
                  <a:lnTo>
                    <a:pt x="1918545" y="170097"/>
                  </a:lnTo>
                  <a:lnTo>
                    <a:pt x="1748448" y="0"/>
                  </a:lnTo>
                  <a:lnTo>
                    <a:pt x="0" y="1748448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544797" y="7528768"/>
              <a:ext cx="2743200" cy="2499360"/>
            </a:xfrm>
            <a:custGeom>
              <a:avLst/>
              <a:gdLst/>
              <a:ahLst/>
              <a:cxnLst/>
              <a:rect l="l" t="t" r="r" b="b"/>
              <a:pathLst>
                <a:path w="2743200" h="2499359">
                  <a:moveTo>
                    <a:pt x="2438879" y="304323"/>
                  </a:moveTo>
                  <a:lnTo>
                    <a:pt x="2743202" y="608646"/>
                  </a:lnTo>
                  <a:lnTo>
                    <a:pt x="2743202" y="0"/>
                  </a:lnTo>
                  <a:lnTo>
                    <a:pt x="2438879" y="304323"/>
                  </a:lnTo>
                  <a:close/>
                </a:path>
                <a:path w="2743200" h="2499359">
                  <a:moveTo>
                    <a:pt x="0" y="2499314"/>
                  </a:moveTo>
                  <a:lnTo>
                    <a:pt x="2438879" y="2499314"/>
                  </a:lnTo>
                  <a:lnTo>
                    <a:pt x="1219439" y="1279874"/>
                  </a:lnTo>
                  <a:lnTo>
                    <a:pt x="0" y="2499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761489" y="9025335"/>
              <a:ext cx="2005964" cy="1003300"/>
            </a:xfrm>
            <a:custGeom>
              <a:avLst/>
              <a:gdLst/>
              <a:ahLst/>
              <a:cxnLst/>
              <a:rect l="l" t="t" r="r" b="b"/>
              <a:pathLst>
                <a:path w="2005965" h="1003300">
                  <a:moveTo>
                    <a:pt x="0" y="995729"/>
                  </a:moveTo>
                  <a:lnTo>
                    <a:pt x="0" y="1002747"/>
                  </a:lnTo>
                  <a:lnTo>
                    <a:pt x="64919" y="1002747"/>
                  </a:lnTo>
                  <a:lnTo>
                    <a:pt x="1001870" y="65797"/>
                  </a:lnTo>
                  <a:lnTo>
                    <a:pt x="1939698" y="1002747"/>
                  </a:lnTo>
                  <a:lnTo>
                    <a:pt x="2005495" y="1002747"/>
                  </a:lnTo>
                  <a:lnTo>
                    <a:pt x="2005495" y="995729"/>
                  </a:lnTo>
                  <a:lnTo>
                    <a:pt x="2002863" y="988711"/>
                  </a:lnTo>
                  <a:lnTo>
                    <a:pt x="1022048" y="7895"/>
                  </a:lnTo>
                  <a:lnTo>
                    <a:pt x="1013056" y="1973"/>
                  </a:lnTo>
                  <a:lnTo>
                    <a:pt x="1002748" y="0"/>
                  </a:lnTo>
                  <a:lnTo>
                    <a:pt x="992439" y="1973"/>
                  </a:lnTo>
                  <a:lnTo>
                    <a:pt x="983447" y="7895"/>
                  </a:lnTo>
                  <a:lnTo>
                    <a:pt x="2631" y="988711"/>
                  </a:lnTo>
                  <a:lnTo>
                    <a:pt x="0" y="995729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723650" y="6257038"/>
              <a:ext cx="3564890" cy="3771265"/>
            </a:xfrm>
            <a:custGeom>
              <a:avLst/>
              <a:gdLst/>
              <a:ahLst/>
              <a:cxnLst/>
              <a:rect l="l" t="t" r="r" b="b"/>
              <a:pathLst>
                <a:path w="3564890" h="3771265">
                  <a:moveTo>
                    <a:pt x="3158261" y="405742"/>
                  </a:moveTo>
                  <a:lnTo>
                    <a:pt x="3564350" y="811831"/>
                  </a:lnTo>
                  <a:lnTo>
                    <a:pt x="3564350" y="0"/>
                  </a:lnTo>
                  <a:lnTo>
                    <a:pt x="3158261" y="405742"/>
                  </a:lnTo>
                  <a:close/>
                </a:path>
                <a:path w="3564890" h="3771265">
                  <a:moveTo>
                    <a:pt x="2554682" y="2802457"/>
                  </a:moveTo>
                  <a:lnTo>
                    <a:pt x="2554682" y="2878835"/>
                  </a:lnTo>
                  <a:lnTo>
                    <a:pt x="3441627" y="1991890"/>
                  </a:lnTo>
                  <a:lnTo>
                    <a:pt x="3564350" y="2114614"/>
                  </a:lnTo>
                  <a:lnTo>
                    <a:pt x="3564350" y="2037411"/>
                  </a:lnTo>
                  <a:lnTo>
                    <a:pt x="3460927" y="1933989"/>
                  </a:lnTo>
                  <a:lnTo>
                    <a:pt x="3451935" y="1928067"/>
                  </a:lnTo>
                  <a:lnTo>
                    <a:pt x="3441627" y="1926093"/>
                  </a:lnTo>
                  <a:lnTo>
                    <a:pt x="3431319" y="1928067"/>
                  </a:lnTo>
                  <a:lnTo>
                    <a:pt x="3422326" y="1933989"/>
                  </a:lnTo>
                  <a:lnTo>
                    <a:pt x="2554682" y="2802457"/>
                  </a:lnTo>
                  <a:close/>
                </a:path>
                <a:path w="3564890" h="3771265">
                  <a:moveTo>
                    <a:pt x="2489762" y="2878835"/>
                  </a:moveTo>
                  <a:lnTo>
                    <a:pt x="2491736" y="2889143"/>
                  </a:lnTo>
                  <a:lnTo>
                    <a:pt x="2497658" y="2898136"/>
                  </a:lnTo>
                  <a:lnTo>
                    <a:pt x="3370566" y="3771044"/>
                  </a:lnTo>
                  <a:lnTo>
                    <a:pt x="3446891" y="3771044"/>
                  </a:lnTo>
                  <a:lnTo>
                    <a:pt x="2554682" y="2878835"/>
                  </a:lnTo>
                  <a:lnTo>
                    <a:pt x="2554682" y="2802457"/>
                  </a:lnTo>
                  <a:lnTo>
                    <a:pt x="2497658" y="2859535"/>
                  </a:lnTo>
                  <a:lnTo>
                    <a:pt x="2491736" y="2868527"/>
                  </a:lnTo>
                  <a:lnTo>
                    <a:pt x="2489762" y="2878835"/>
                  </a:lnTo>
                  <a:close/>
                </a:path>
                <a:path w="3564890" h="3771265">
                  <a:moveTo>
                    <a:pt x="0" y="3171852"/>
                  </a:moveTo>
                  <a:lnTo>
                    <a:pt x="0" y="3771044"/>
                  </a:lnTo>
                  <a:lnTo>
                    <a:pt x="895717" y="3771044"/>
                  </a:lnTo>
                  <a:lnTo>
                    <a:pt x="1731779" y="2934982"/>
                  </a:lnTo>
                  <a:lnTo>
                    <a:pt x="984324" y="2187527"/>
                  </a:lnTo>
                  <a:lnTo>
                    <a:pt x="0" y="3171852"/>
                  </a:lnTo>
                  <a:close/>
                </a:path>
              </a:pathLst>
            </a:custGeom>
            <a:solidFill>
              <a:srgbClr val="CB4E0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91200" cy="10667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116" y="0"/>
            <a:ext cx="2200274" cy="16471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6998" y="21053"/>
            <a:ext cx="1241001" cy="13811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130887"/>
            <a:ext cx="18201640" cy="543560"/>
            <a:chOff x="0" y="1130887"/>
            <a:chExt cx="18201640" cy="54356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3267" y="1130887"/>
              <a:ext cx="13731857" cy="5430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130887"/>
              <a:ext cx="3035068" cy="50363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34470" y="1130887"/>
              <a:ext cx="3067049" cy="503634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227" rIns="0" bIns="0" rtlCol="0" vert="horz">
            <a:spAutoFit/>
          </a:bodyPr>
          <a:lstStyle/>
          <a:p>
            <a:pPr marL="617728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50"/>
              <a:t> </a:t>
            </a:r>
            <a:r>
              <a:rPr dirty="0" spc="-265"/>
              <a:t>Desioftn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2090274" y="2273082"/>
            <a:ext cx="13764260" cy="6730365"/>
            <a:chOff x="2090274" y="2273082"/>
            <a:chExt cx="13764260" cy="6730365"/>
          </a:xfrm>
        </p:grpSpPr>
        <p:sp>
          <p:nvSpPr>
            <p:cNvPr id="16" name="object 16"/>
            <p:cNvSpPr/>
            <p:nvPr/>
          </p:nvSpPr>
          <p:spPr>
            <a:xfrm>
              <a:off x="2090274" y="2273082"/>
              <a:ext cx="13764260" cy="6730365"/>
            </a:xfrm>
            <a:custGeom>
              <a:avLst/>
              <a:gdLst/>
              <a:ahLst/>
              <a:cxnLst/>
              <a:rect l="l" t="t" r="r" b="b"/>
              <a:pathLst>
                <a:path w="13764260" h="6730365">
                  <a:moveTo>
                    <a:pt x="13144641" y="6730035"/>
                  </a:moveTo>
                  <a:lnTo>
                    <a:pt x="619124" y="6730035"/>
                  </a:lnTo>
                  <a:lnTo>
                    <a:pt x="570100" y="6728092"/>
                  </a:lnTo>
                  <a:lnTo>
                    <a:pt x="521687" y="6722322"/>
                  </a:lnTo>
                  <a:lnTo>
                    <a:pt x="474094" y="6712810"/>
                  </a:lnTo>
                  <a:lnTo>
                    <a:pt x="427527" y="6699643"/>
                  </a:lnTo>
                  <a:lnTo>
                    <a:pt x="382196" y="6682906"/>
                  </a:lnTo>
                  <a:lnTo>
                    <a:pt x="338307" y="6662687"/>
                  </a:lnTo>
                  <a:lnTo>
                    <a:pt x="296069" y="6639070"/>
                  </a:lnTo>
                  <a:lnTo>
                    <a:pt x="255689" y="6612142"/>
                  </a:lnTo>
                  <a:lnTo>
                    <a:pt x="217376" y="6581989"/>
                  </a:lnTo>
                  <a:lnTo>
                    <a:pt x="181337" y="6548697"/>
                  </a:lnTo>
                  <a:lnTo>
                    <a:pt x="148045" y="6512658"/>
                  </a:lnTo>
                  <a:lnTo>
                    <a:pt x="117892" y="6474345"/>
                  </a:lnTo>
                  <a:lnTo>
                    <a:pt x="90964" y="6433966"/>
                  </a:lnTo>
                  <a:lnTo>
                    <a:pt x="67347" y="6391727"/>
                  </a:lnTo>
                  <a:lnTo>
                    <a:pt x="47128" y="6347839"/>
                  </a:lnTo>
                  <a:lnTo>
                    <a:pt x="30391" y="6302507"/>
                  </a:lnTo>
                  <a:lnTo>
                    <a:pt x="17224" y="6255940"/>
                  </a:lnTo>
                  <a:lnTo>
                    <a:pt x="7712" y="6208346"/>
                  </a:lnTo>
                  <a:lnTo>
                    <a:pt x="1942" y="6159933"/>
                  </a:lnTo>
                  <a:lnTo>
                    <a:pt x="0" y="6110909"/>
                  </a:lnTo>
                  <a:lnTo>
                    <a:pt x="0" y="619124"/>
                  </a:lnTo>
                  <a:lnTo>
                    <a:pt x="1942" y="570100"/>
                  </a:lnTo>
                  <a:lnTo>
                    <a:pt x="7712" y="521687"/>
                  </a:lnTo>
                  <a:lnTo>
                    <a:pt x="17224" y="474094"/>
                  </a:lnTo>
                  <a:lnTo>
                    <a:pt x="30391" y="427527"/>
                  </a:lnTo>
                  <a:lnTo>
                    <a:pt x="47128" y="382196"/>
                  </a:lnTo>
                  <a:lnTo>
                    <a:pt x="67347" y="338307"/>
                  </a:lnTo>
                  <a:lnTo>
                    <a:pt x="90964" y="296069"/>
                  </a:lnTo>
                  <a:lnTo>
                    <a:pt x="117892" y="255689"/>
                  </a:lnTo>
                  <a:lnTo>
                    <a:pt x="148045" y="217376"/>
                  </a:lnTo>
                  <a:lnTo>
                    <a:pt x="181337" y="181337"/>
                  </a:lnTo>
                  <a:lnTo>
                    <a:pt x="217376" y="148045"/>
                  </a:lnTo>
                  <a:lnTo>
                    <a:pt x="255689" y="117892"/>
                  </a:lnTo>
                  <a:lnTo>
                    <a:pt x="296069" y="90964"/>
                  </a:lnTo>
                  <a:lnTo>
                    <a:pt x="338307" y="67347"/>
                  </a:lnTo>
                  <a:lnTo>
                    <a:pt x="382196" y="47128"/>
                  </a:lnTo>
                  <a:lnTo>
                    <a:pt x="427527" y="30391"/>
                  </a:lnTo>
                  <a:lnTo>
                    <a:pt x="474094" y="17224"/>
                  </a:lnTo>
                  <a:lnTo>
                    <a:pt x="521687" y="7712"/>
                  </a:lnTo>
                  <a:lnTo>
                    <a:pt x="570100" y="1942"/>
                  </a:lnTo>
                  <a:lnTo>
                    <a:pt x="619124" y="0"/>
                  </a:lnTo>
                  <a:lnTo>
                    <a:pt x="13144641" y="0"/>
                  </a:lnTo>
                  <a:lnTo>
                    <a:pt x="13193666" y="1942"/>
                  </a:lnTo>
                  <a:lnTo>
                    <a:pt x="13242078" y="7712"/>
                  </a:lnTo>
                  <a:lnTo>
                    <a:pt x="13289672" y="17224"/>
                  </a:lnTo>
                  <a:lnTo>
                    <a:pt x="13336238" y="30391"/>
                  </a:lnTo>
                  <a:lnTo>
                    <a:pt x="13381570" y="47128"/>
                  </a:lnTo>
                  <a:lnTo>
                    <a:pt x="13425459" y="67347"/>
                  </a:lnTo>
                  <a:lnTo>
                    <a:pt x="13467697" y="90964"/>
                  </a:lnTo>
                  <a:lnTo>
                    <a:pt x="13508076" y="117892"/>
                  </a:lnTo>
                  <a:lnTo>
                    <a:pt x="13546389" y="148045"/>
                  </a:lnTo>
                  <a:lnTo>
                    <a:pt x="13582428" y="181337"/>
                  </a:lnTo>
                  <a:lnTo>
                    <a:pt x="13615720" y="217376"/>
                  </a:lnTo>
                  <a:lnTo>
                    <a:pt x="13645873" y="255689"/>
                  </a:lnTo>
                  <a:lnTo>
                    <a:pt x="13672801" y="296069"/>
                  </a:lnTo>
                  <a:lnTo>
                    <a:pt x="13696418" y="338307"/>
                  </a:lnTo>
                  <a:lnTo>
                    <a:pt x="13716638" y="382196"/>
                  </a:lnTo>
                  <a:lnTo>
                    <a:pt x="13733374" y="427527"/>
                  </a:lnTo>
                  <a:lnTo>
                    <a:pt x="13746542" y="474094"/>
                  </a:lnTo>
                  <a:lnTo>
                    <a:pt x="13756054" y="521687"/>
                  </a:lnTo>
                  <a:lnTo>
                    <a:pt x="13761824" y="570100"/>
                  </a:lnTo>
                  <a:lnTo>
                    <a:pt x="13763766" y="619124"/>
                  </a:lnTo>
                  <a:lnTo>
                    <a:pt x="13763766" y="6110909"/>
                  </a:lnTo>
                  <a:lnTo>
                    <a:pt x="13761824" y="6159933"/>
                  </a:lnTo>
                  <a:lnTo>
                    <a:pt x="13756054" y="6208346"/>
                  </a:lnTo>
                  <a:lnTo>
                    <a:pt x="13746542" y="6255940"/>
                  </a:lnTo>
                  <a:lnTo>
                    <a:pt x="13733374" y="6302507"/>
                  </a:lnTo>
                  <a:lnTo>
                    <a:pt x="13716638" y="6347839"/>
                  </a:lnTo>
                  <a:lnTo>
                    <a:pt x="13696418" y="6391727"/>
                  </a:lnTo>
                  <a:lnTo>
                    <a:pt x="13672801" y="6433966"/>
                  </a:lnTo>
                  <a:lnTo>
                    <a:pt x="13645873" y="6474345"/>
                  </a:lnTo>
                  <a:lnTo>
                    <a:pt x="13615720" y="6512658"/>
                  </a:lnTo>
                  <a:lnTo>
                    <a:pt x="13582428" y="6548697"/>
                  </a:lnTo>
                  <a:lnTo>
                    <a:pt x="13546389" y="6581989"/>
                  </a:lnTo>
                  <a:lnTo>
                    <a:pt x="13508076" y="6612142"/>
                  </a:lnTo>
                  <a:lnTo>
                    <a:pt x="13467697" y="6639070"/>
                  </a:lnTo>
                  <a:lnTo>
                    <a:pt x="13425459" y="6662687"/>
                  </a:lnTo>
                  <a:lnTo>
                    <a:pt x="13381570" y="6682906"/>
                  </a:lnTo>
                  <a:lnTo>
                    <a:pt x="13336238" y="6699643"/>
                  </a:lnTo>
                  <a:lnTo>
                    <a:pt x="13289672" y="6712810"/>
                  </a:lnTo>
                  <a:lnTo>
                    <a:pt x="13242078" y="6722322"/>
                  </a:lnTo>
                  <a:lnTo>
                    <a:pt x="13193666" y="6728092"/>
                  </a:lnTo>
                  <a:lnTo>
                    <a:pt x="13144641" y="6730035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92945" y="2273082"/>
              <a:ext cx="10448924" cy="66103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437484"/>
            <a:ext cx="14589125" cy="589915"/>
          </a:xfrm>
          <a:custGeom>
            <a:avLst/>
            <a:gdLst/>
            <a:ahLst/>
            <a:cxnLst/>
            <a:rect l="l" t="t" r="r" b="b"/>
            <a:pathLst>
              <a:path w="14589125" h="589915">
                <a:moveTo>
                  <a:pt x="0" y="0"/>
                </a:moveTo>
                <a:lnTo>
                  <a:pt x="14588909" y="0"/>
                </a:lnTo>
                <a:lnTo>
                  <a:pt x="14588909" y="589582"/>
                </a:lnTo>
                <a:lnTo>
                  <a:pt x="0" y="589582"/>
                </a:lnTo>
                <a:lnTo>
                  <a:pt x="0" y="0"/>
                </a:lnTo>
                <a:close/>
              </a:path>
            </a:pathLst>
          </a:custGeom>
          <a:solidFill>
            <a:srgbClr val="CB4E0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5903171" y="9011950"/>
            <a:ext cx="2385060" cy="1275080"/>
            <a:chOff x="15903171" y="9011950"/>
            <a:chExt cx="2385060" cy="1275080"/>
          </a:xfrm>
        </p:grpSpPr>
        <p:sp>
          <p:nvSpPr>
            <p:cNvPr id="4" name="object 4"/>
            <p:cNvSpPr/>
            <p:nvPr/>
          </p:nvSpPr>
          <p:spPr>
            <a:xfrm>
              <a:off x="17177965" y="9011950"/>
              <a:ext cx="1110615" cy="1275080"/>
            </a:xfrm>
            <a:custGeom>
              <a:avLst/>
              <a:gdLst/>
              <a:ahLst/>
              <a:cxnLst/>
              <a:rect l="l" t="t" r="r" b="b"/>
              <a:pathLst>
                <a:path w="1110615" h="1275079">
                  <a:moveTo>
                    <a:pt x="0" y="1110033"/>
                  </a:moveTo>
                  <a:lnTo>
                    <a:pt x="165015" y="1275049"/>
                  </a:lnTo>
                  <a:lnTo>
                    <a:pt x="1110033" y="1275049"/>
                  </a:lnTo>
                  <a:lnTo>
                    <a:pt x="1110033" y="0"/>
                  </a:lnTo>
                  <a:lnTo>
                    <a:pt x="0" y="1110033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323512" y="10037763"/>
              <a:ext cx="498475" cy="249554"/>
            </a:xfrm>
            <a:custGeom>
              <a:avLst/>
              <a:gdLst/>
              <a:ahLst/>
              <a:cxnLst/>
              <a:rect l="l" t="t" r="r" b="b"/>
              <a:pathLst>
                <a:path w="498475" h="249554">
                  <a:moveTo>
                    <a:pt x="0" y="249236"/>
                  </a:moveTo>
                  <a:lnTo>
                    <a:pt x="498472" y="249236"/>
                  </a:lnTo>
                  <a:lnTo>
                    <a:pt x="249236" y="0"/>
                  </a:lnTo>
                  <a:lnTo>
                    <a:pt x="0" y="249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528799" y="10254455"/>
              <a:ext cx="88265" cy="33020"/>
            </a:xfrm>
            <a:custGeom>
              <a:avLst/>
              <a:gdLst/>
              <a:ahLst/>
              <a:cxnLst/>
              <a:rect l="l" t="t" r="r" b="b"/>
              <a:pathLst>
                <a:path w="88265" h="33020">
                  <a:moveTo>
                    <a:pt x="0" y="32544"/>
                  </a:moveTo>
                  <a:lnTo>
                    <a:pt x="87897" y="32544"/>
                  </a:lnTo>
                  <a:lnTo>
                    <a:pt x="63249" y="7895"/>
                  </a:lnTo>
                  <a:lnTo>
                    <a:pt x="54257" y="1973"/>
                  </a:lnTo>
                  <a:lnTo>
                    <a:pt x="43948" y="0"/>
                  </a:lnTo>
                  <a:lnTo>
                    <a:pt x="33640" y="1973"/>
                  </a:lnTo>
                  <a:lnTo>
                    <a:pt x="24648" y="7895"/>
                  </a:lnTo>
                  <a:lnTo>
                    <a:pt x="0" y="32544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03171" y="9673686"/>
              <a:ext cx="2385060" cy="613410"/>
            </a:xfrm>
            <a:custGeom>
              <a:avLst/>
              <a:gdLst/>
              <a:ahLst/>
              <a:cxnLst/>
              <a:rect l="l" t="t" r="r" b="b"/>
              <a:pathLst>
                <a:path w="2385059" h="613409">
                  <a:moveTo>
                    <a:pt x="2185285" y="613313"/>
                  </a:moveTo>
                  <a:lnTo>
                    <a:pt x="2261665" y="613313"/>
                  </a:lnTo>
                  <a:lnTo>
                    <a:pt x="2384827" y="490152"/>
                  </a:lnTo>
                  <a:lnTo>
                    <a:pt x="2384827" y="413582"/>
                  </a:lnTo>
                  <a:lnTo>
                    <a:pt x="2185285" y="613313"/>
                  </a:lnTo>
                  <a:close/>
                </a:path>
                <a:path w="2385059" h="613409">
                  <a:moveTo>
                    <a:pt x="0" y="613313"/>
                  </a:moveTo>
                  <a:lnTo>
                    <a:pt x="1226626" y="613313"/>
                  </a:lnTo>
                  <a:lnTo>
                    <a:pt x="613313" y="0"/>
                  </a:lnTo>
                  <a:lnTo>
                    <a:pt x="0" y="613313"/>
                  </a:lnTo>
                  <a:close/>
                </a:path>
              </a:pathLst>
            </a:custGeom>
            <a:solidFill>
              <a:srgbClr val="CB4E0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91200" cy="10667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116" y="0"/>
            <a:ext cx="2200274" cy="16471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6998" y="21053"/>
            <a:ext cx="1241001" cy="138112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1130887"/>
            <a:ext cx="18201640" cy="543560"/>
            <a:chOff x="0" y="1130887"/>
            <a:chExt cx="18201640" cy="5435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3267" y="1130887"/>
              <a:ext cx="13731857" cy="54307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130887"/>
              <a:ext cx="3035068" cy="5036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34470" y="1130887"/>
              <a:ext cx="3067049" cy="50363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98322" y="1864661"/>
            <a:ext cx="6047740" cy="7393940"/>
            <a:chOff x="198322" y="1864661"/>
            <a:chExt cx="6047740" cy="7393940"/>
          </a:xfrm>
        </p:grpSpPr>
        <p:sp>
          <p:nvSpPr>
            <p:cNvPr id="16" name="object 16"/>
            <p:cNvSpPr/>
            <p:nvPr/>
          </p:nvSpPr>
          <p:spPr>
            <a:xfrm>
              <a:off x="198322" y="1864661"/>
              <a:ext cx="6047740" cy="7393940"/>
            </a:xfrm>
            <a:custGeom>
              <a:avLst/>
              <a:gdLst/>
              <a:ahLst/>
              <a:cxnLst/>
              <a:rect l="l" t="t" r="r" b="b"/>
              <a:pathLst>
                <a:path w="6047740" h="7393940">
                  <a:moveTo>
                    <a:pt x="5647100" y="7393638"/>
                  </a:moveTo>
                  <a:lnTo>
                    <a:pt x="400049" y="7393638"/>
                  </a:lnTo>
                  <a:lnTo>
                    <a:pt x="353395" y="7390946"/>
                  </a:lnTo>
                  <a:lnTo>
                    <a:pt x="308322" y="7383072"/>
                  </a:lnTo>
                  <a:lnTo>
                    <a:pt x="265129" y="7370315"/>
                  </a:lnTo>
                  <a:lnTo>
                    <a:pt x="224118" y="7352976"/>
                  </a:lnTo>
                  <a:lnTo>
                    <a:pt x="185587" y="7331355"/>
                  </a:lnTo>
                  <a:lnTo>
                    <a:pt x="149839" y="7305751"/>
                  </a:lnTo>
                  <a:lnTo>
                    <a:pt x="117171" y="7276466"/>
                  </a:lnTo>
                  <a:lnTo>
                    <a:pt x="87886" y="7243799"/>
                  </a:lnTo>
                  <a:lnTo>
                    <a:pt x="62282" y="7208050"/>
                  </a:lnTo>
                  <a:lnTo>
                    <a:pt x="40661" y="7169520"/>
                  </a:lnTo>
                  <a:lnTo>
                    <a:pt x="23322" y="7128508"/>
                  </a:lnTo>
                  <a:lnTo>
                    <a:pt x="10565" y="7085316"/>
                  </a:lnTo>
                  <a:lnTo>
                    <a:pt x="2691" y="7040242"/>
                  </a:lnTo>
                  <a:lnTo>
                    <a:pt x="0" y="6993588"/>
                  </a:lnTo>
                  <a:lnTo>
                    <a:pt x="0" y="400049"/>
                  </a:lnTo>
                  <a:lnTo>
                    <a:pt x="2691" y="353395"/>
                  </a:lnTo>
                  <a:lnTo>
                    <a:pt x="10565" y="308322"/>
                  </a:lnTo>
                  <a:lnTo>
                    <a:pt x="23322" y="265129"/>
                  </a:lnTo>
                  <a:lnTo>
                    <a:pt x="40661" y="224118"/>
                  </a:lnTo>
                  <a:lnTo>
                    <a:pt x="62282" y="185587"/>
                  </a:lnTo>
                  <a:lnTo>
                    <a:pt x="87886" y="149839"/>
                  </a:lnTo>
                  <a:lnTo>
                    <a:pt x="117171" y="117171"/>
                  </a:lnTo>
                  <a:lnTo>
                    <a:pt x="149839" y="87886"/>
                  </a:lnTo>
                  <a:lnTo>
                    <a:pt x="185587" y="62282"/>
                  </a:lnTo>
                  <a:lnTo>
                    <a:pt x="224118" y="40661"/>
                  </a:lnTo>
                  <a:lnTo>
                    <a:pt x="265129" y="23322"/>
                  </a:lnTo>
                  <a:lnTo>
                    <a:pt x="308322" y="10565"/>
                  </a:lnTo>
                  <a:lnTo>
                    <a:pt x="353395" y="2691"/>
                  </a:lnTo>
                  <a:lnTo>
                    <a:pt x="400049" y="0"/>
                  </a:lnTo>
                  <a:lnTo>
                    <a:pt x="5647100" y="0"/>
                  </a:lnTo>
                  <a:lnTo>
                    <a:pt x="5693755" y="2691"/>
                  </a:lnTo>
                  <a:lnTo>
                    <a:pt x="5738828" y="10565"/>
                  </a:lnTo>
                  <a:lnTo>
                    <a:pt x="5782021" y="23322"/>
                  </a:lnTo>
                  <a:lnTo>
                    <a:pt x="5823032" y="40661"/>
                  </a:lnTo>
                  <a:lnTo>
                    <a:pt x="5861562" y="62282"/>
                  </a:lnTo>
                  <a:lnTo>
                    <a:pt x="5897311" y="87886"/>
                  </a:lnTo>
                  <a:lnTo>
                    <a:pt x="5929978" y="117171"/>
                  </a:lnTo>
                  <a:lnTo>
                    <a:pt x="5959264" y="149839"/>
                  </a:lnTo>
                  <a:lnTo>
                    <a:pt x="5984868" y="185587"/>
                  </a:lnTo>
                  <a:lnTo>
                    <a:pt x="6006489" y="224118"/>
                  </a:lnTo>
                  <a:lnTo>
                    <a:pt x="6023828" y="265129"/>
                  </a:lnTo>
                  <a:lnTo>
                    <a:pt x="6036585" y="308322"/>
                  </a:lnTo>
                  <a:lnTo>
                    <a:pt x="6044459" y="353395"/>
                  </a:lnTo>
                  <a:lnTo>
                    <a:pt x="6047151" y="400049"/>
                  </a:lnTo>
                  <a:lnTo>
                    <a:pt x="6047151" y="6993588"/>
                  </a:lnTo>
                  <a:lnTo>
                    <a:pt x="6044459" y="7040242"/>
                  </a:lnTo>
                  <a:lnTo>
                    <a:pt x="6036585" y="7085316"/>
                  </a:lnTo>
                  <a:lnTo>
                    <a:pt x="6023828" y="7128508"/>
                  </a:lnTo>
                  <a:lnTo>
                    <a:pt x="6006489" y="7169520"/>
                  </a:lnTo>
                  <a:lnTo>
                    <a:pt x="5984868" y="7208050"/>
                  </a:lnTo>
                  <a:lnTo>
                    <a:pt x="5959264" y="7243799"/>
                  </a:lnTo>
                  <a:lnTo>
                    <a:pt x="5929978" y="7276466"/>
                  </a:lnTo>
                  <a:lnTo>
                    <a:pt x="5897311" y="7305751"/>
                  </a:lnTo>
                  <a:lnTo>
                    <a:pt x="5861562" y="7331355"/>
                  </a:lnTo>
                  <a:lnTo>
                    <a:pt x="5823032" y="7352976"/>
                  </a:lnTo>
                  <a:lnTo>
                    <a:pt x="5782021" y="7370315"/>
                  </a:lnTo>
                  <a:lnTo>
                    <a:pt x="5738828" y="7383072"/>
                  </a:lnTo>
                  <a:lnTo>
                    <a:pt x="5693755" y="7390946"/>
                  </a:lnTo>
                  <a:lnTo>
                    <a:pt x="5647100" y="7393638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151" y="1973259"/>
              <a:ext cx="5293131" cy="7285039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6438139" y="1973331"/>
            <a:ext cx="0" cy="7013575"/>
          </a:xfrm>
          <a:custGeom>
            <a:avLst/>
            <a:gdLst/>
            <a:ahLst/>
            <a:cxnLst/>
            <a:rect l="l" t="t" r="r" b="b"/>
            <a:pathLst>
              <a:path w="0" h="7013575">
                <a:moveTo>
                  <a:pt x="0" y="0"/>
                </a:moveTo>
                <a:lnTo>
                  <a:pt x="0" y="701307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6628711" y="1858904"/>
            <a:ext cx="6336030" cy="7127875"/>
            <a:chOff x="6628711" y="1858904"/>
            <a:chExt cx="6336030" cy="7127875"/>
          </a:xfrm>
        </p:grpSpPr>
        <p:sp>
          <p:nvSpPr>
            <p:cNvPr id="20" name="object 20"/>
            <p:cNvSpPr/>
            <p:nvPr/>
          </p:nvSpPr>
          <p:spPr>
            <a:xfrm>
              <a:off x="6628711" y="1858904"/>
              <a:ext cx="6336030" cy="7127875"/>
            </a:xfrm>
            <a:custGeom>
              <a:avLst/>
              <a:gdLst/>
              <a:ahLst/>
              <a:cxnLst/>
              <a:rect l="l" t="t" r="r" b="b"/>
              <a:pathLst>
                <a:path w="6336030" h="7127875">
                  <a:moveTo>
                    <a:pt x="5935503" y="7127429"/>
                  </a:moveTo>
                  <a:lnTo>
                    <a:pt x="400049" y="7127429"/>
                  </a:lnTo>
                  <a:lnTo>
                    <a:pt x="353395" y="7124738"/>
                  </a:lnTo>
                  <a:lnTo>
                    <a:pt x="308322" y="7116863"/>
                  </a:lnTo>
                  <a:lnTo>
                    <a:pt x="265129" y="7104107"/>
                  </a:lnTo>
                  <a:lnTo>
                    <a:pt x="224118" y="7086767"/>
                  </a:lnTo>
                  <a:lnTo>
                    <a:pt x="185588" y="7065146"/>
                  </a:lnTo>
                  <a:lnTo>
                    <a:pt x="149839" y="7039542"/>
                  </a:lnTo>
                  <a:lnTo>
                    <a:pt x="117172" y="7010257"/>
                  </a:lnTo>
                  <a:lnTo>
                    <a:pt x="87886" y="6977590"/>
                  </a:lnTo>
                  <a:lnTo>
                    <a:pt x="62283" y="6941841"/>
                  </a:lnTo>
                  <a:lnTo>
                    <a:pt x="40661" y="6903311"/>
                  </a:lnTo>
                  <a:lnTo>
                    <a:pt x="23322" y="6862299"/>
                  </a:lnTo>
                  <a:lnTo>
                    <a:pt x="10565" y="6819107"/>
                  </a:lnTo>
                  <a:lnTo>
                    <a:pt x="2691" y="6774033"/>
                  </a:lnTo>
                  <a:lnTo>
                    <a:pt x="0" y="6727379"/>
                  </a:lnTo>
                  <a:lnTo>
                    <a:pt x="0" y="400049"/>
                  </a:lnTo>
                  <a:lnTo>
                    <a:pt x="2691" y="353395"/>
                  </a:lnTo>
                  <a:lnTo>
                    <a:pt x="10565" y="308322"/>
                  </a:lnTo>
                  <a:lnTo>
                    <a:pt x="23322" y="265129"/>
                  </a:lnTo>
                  <a:lnTo>
                    <a:pt x="40661" y="224118"/>
                  </a:lnTo>
                  <a:lnTo>
                    <a:pt x="62283" y="185587"/>
                  </a:lnTo>
                  <a:lnTo>
                    <a:pt x="87886" y="149839"/>
                  </a:lnTo>
                  <a:lnTo>
                    <a:pt x="117172" y="117171"/>
                  </a:lnTo>
                  <a:lnTo>
                    <a:pt x="149839" y="87886"/>
                  </a:lnTo>
                  <a:lnTo>
                    <a:pt x="185588" y="62282"/>
                  </a:lnTo>
                  <a:lnTo>
                    <a:pt x="224118" y="40661"/>
                  </a:lnTo>
                  <a:lnTo>
                    <a:pt x="265129" y="23322"/>
                  </a:lnTo>
                  <a:lnTo>
                    <a:pt x="308322" y="10565"/>
                  </a:lnTo>
                  <a:lnTo>
                    <a:pt x="353395" y="2691"/>
                  </a:lnTo>
                  <a:lnTo>
                    <a:pt x="400049" y="0"/>
                  </a:lnTo>
                  <a:lnTo>
                    <a:pt x="5935503" y="0"/>
                  </a:lnTo>
                  <a:lnTo>
                    <a:pt x="5982157" y="2691"/>
                  </a:lnTo>
                  <a:lnTo>
                    <a:pt x="6027231" y="10565"/>
                  </a:lnTo>
                  <a:lnTo>
                    <a:pt x="6070423" y="23322"/>
                  </a:lnTo>
                  <a:lnTo>
                    <a:pt x="6111435" y="40661"/>
                  </a:lnTo>
                  <a:lnTo>
                    <a:pt x="6149965" y="62282"/>
                  </a:lnTo>
                  <a:lnTo>
                    <a:pt x="6185714" y="87886"/>
                  </a:lnTo>
                  <a:lnTo>
                    <a:pt x="6218381" y="117171"/>
                  </a:lnTo>
                  <a:lnTo>
                    <a:pt x="6247666" y="149839"/>
                  </a:lnTo>
                  <a:lnTo>
                    <a:pt x="6273270" y="185587"/>
                  </a:lnTo>
                  <a:lnTo>
                    <a:pt x="6294891" y="224118"/>
                  </a:lnTo>
                  <a:lnTo>
                    <a:pt x="6312231" y="265129"/>
                  </a:lnTo>
                  <a:lnTo>
                    <a:pt x="6324987" y="308322"/>
                  </a:lnTo>
                  <a:lnTo>
                    <a:pt x="6332861" y="353395"/>
                  </a:lnTo>
                  <a:lnTo>
                    <a:pt x="6335553" y="400049"/>
                  </a:lnTo>
                  <a:lnTo>
                    <a:pt x="6335553" y="6727379"/>
                  </a:lnTo>
                  <a:lnTo>
                    <a:pt x="6332861" y="6774033"/>
                  </a:lnTo>
                  <a:lnTo>
                    <a:pt x="6324987" y="6819107"/>
                  </a:lnTo>
                  <a:lnTo>
                    <a:pt x="6312231" y="6862299"/>
                  </a:lnTo>
                  <a:lnTo>
                    <a:pt x="6294891" y="6903311"/>
                  </a:lnTo>
                  <a:lnTo>
                    <a:pt x="6273270" y="6941841"/>
                  </a:lnTo>
                  <a:lnTo>
                    <a:pt x="6247666" y="6977590"/>
                  </a:lnTo>
                  <a:lnTo>
                    <a:pt x="6218381" y="7010257"/>
                  </a:lnTo>
                  <a:lnTo>
                    <a:pt x="6185714" y="7039542"/>
                  </a:lnTo>
                  <a:lnTo>
                    <a:pt x="6149965" y="7065146"/>
                  </a:lnTo>
                  <a:lnTo>
                    <a:pt x="6111435" y="7086767"/>
                  </a:lnTo>
                  <a:lnTo>
                    <a:pt x="6070423" y="7104107"/>
                  </a:lnTo>
                  <a:lnTo>
                    <a:pt x="6027231" y="7116863"/>
                  </a:lnTo>
                  <a:lnTo>
                    <a:pt x="5982157" y="7124738"/>
                  </a:lnTo>
                  <a:lnTo>
                    <a:pt x="5935503" y="7127429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41123" y="2187456"/>
              <a:ext cx="5655214" cy="6343649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13154691" y="2049258"/>
            <a:ext cx="0" cy="7013575"/>
          </a:xfrm>
          <a:custGeom>
            <a:avLst/>
            <a:gdLst/>
            <a:ahLst/>
            <a:cxnLst/>
            <a:rect l="l" t="t" r="r" b="b"/>
            <a:pathLst>
              <a:path w="0" h="7013575">
                <a:moveTo>
                  <a:pt x="0" y="0"/>
                </a:moveTo>
                <a:lnTo>
                  <a:pt x="0" y="701307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13345266" y="1934832"/>
            <a:ext cx="4856480" cy="7127875"/>
            <a:chOff x="13345266" y="1934832"/>
            <a:chExt cx="4856480" cy="7127875"/>
          </a:xfrm>
        </p:grpSpPr>
        <p:sp>
          <p:nvSpPr>
            <p:cNvPr id="24" name="object 24"/>
            <p:cNvSpPr/>
            <p:nvPr/>
          </p:nvSpPr>
          <p:spPr>
            <a:xfrm>
              <a:off x="13345266" y="1934832"/>
              <a:ext cx="4856480" cy="7127875"/>
            </a:xfrm>
            <a:custGeom>
              <a:avLst/>
              <a:gdLst/>
              <a:ahLst/>
              <a:cxnLst/>
              <a:rect l="l" t="t" r="r" b="b"/>
              <a:pathLst>
                <a:path w="4856480" h="7127875">
                  <a:moveTo>
                    <a:pt x="4456337" y="7127429"/>
                  </a:moveTo>
                  <a:lnTo>
                    <a:pt x="400049" y="7127429"/>
                  </a:lnTo>
                  <a:lnTo>
                    <a:pt x="353395" y="7124737"/>
                  </a:lnTo>
                  <a:lnTo>
                    <a:pt x="308322" y="7116863"/>
                  </a:lnTo>
                  <a:lnTo>
                    <a:pt x="265129" y="7104106"/>
                  </a:lnTo>
                  <a:lnTo>
                    <a:pt x="224118" y="7086767"/>
                  </a:lnTo>
                  <a:lnTo>
                    <a:pt x="185588" y="7065146"/>
                  </a:lnTo>
                  <a:lnTo>
                    <a:pt x="149839" y="7039542"/>
                  </a:lnTo>
                  <a:lnTo>
                    <a:pt x="117172" y="7010256"/>
                  </a:lnTo>
                  <a:lnTo>
                    <a:pt x="87886" y="6977589"/>
                  </a:lnTo>
                  <a:lnTo>
                    <a:pt x="62283" y="6941840"/>
                  </a:lnTo>
                  <a:lnTo>
                    <a:pt x="40661" y="6903310"/>
                  </a:lnTo>
                  <a:lnTo>
                    <a:pt x="23322" y="6862298"/>
                  </a:lnTo>
                  <a:lnTo>
                    <a:pt x="10565" y="6819106"/>
                  </a:lnTo>
                  <a:lnTo>
                    <a:pt x="2691" y="6774032"/>
                  </a:lnTo>
                  <a:lnTo>
                    <a:pt x="0" y="6727378"/>
                  </a:lnTo>
                  <a:lnTo>
                    <a:pt x="0" y="400049"/>
                  </a:lnTo>
                  <a:lnTo>
                    <a:pt x="2691" y="353395"/>
                  </a:lnTo>
                  <a:lnTo>
                    <a:pt x="10565" y="308322"/>
                  </a:lnTo>
                  <a:lnTo>
                    <a:pt x="23322" y="265129"/>
                  </a:lnTo>
                  <a:lnTo>
                    <a:pt x="40661" y="224118"/>
                  </a:lnTo>
                  <a:lnTo>
                    <a:pt x="62283" y="185587"/>
                  </a:lnTo>
                  <a:lnTo>
                    <a:pt x="87886" y="149839"/>
                  </a:lnTo>
                  <a:lnTo>
                    <a:pt x="117172" y="117171"/>
                  </a:lnTo>
                  <a:lnTo>
                    <a:pt x="149839" y="87886"/>
                  </a:lnTo>
                  <a:lnTo>
                    <a:pt x="185588" y="62282"/>
                  </a:lnTo>
                  <a:lnTo>
                    <a:pt x="224118" y="40661"/>
                  </a:lnTo>
                  <a:lnTo>
                    <a:pt x="265129" y="23322"/>
                  </a:lnTo>
                  <a:lnTo>
                    <a:pt x="308322" y="10565"/>
                  </a:lnTo>
                  <a:lnTo>
                    <a:pt x="353395" y="2691"/>
                  </a:lnTo>
                  <a:lnTo>
                    <a:pt x="400049" y="0"/>
                  </a:lnTo>
                  <a:lnTo>
                    <a:pt x="4456337" y="0"/>
                  </a:lnTo>
                  <a:lnTo>
                    <a:pt x="4502992" y="2691"/>
                  </a:lnTo>
                  <a:lnTo>
                    <a:pt x="4548065" y="10565"/>
                  </a:lnTo>
                  <a:lnTo>
                    <a:pt x="4591258" y="23322"/>
                  </a:lnTo>
                  <a:lnTo>
                    <a:pt x="4632269" y="40661"/>
                  </a:lnTo>
                  <a:lnTo>
                    <a:pt x="4670799" y="62282"/>
                  </a:lnTo>
                  <a:lnTo>
                    <a:pt x="4706548" y="87886"/>
                  </a:lnTo>
                  <a:lnTo>
                    <a:pt x="4739215" y="117171"/>
                  </a:lnTo>
                  <a:lnTo>
                    <a:pt x="4768501" y="149839"/>
                  </a:lnTo>
                  <a:lnTo>
                    <a:pt x="4794104" y="185587"/>
                  </a:lnTo>
                  <a:lnTo>
                    <a:pt x="4815726" y="224118"/>
                  </a:lnTo>
                  <a:lnTo>
                    <a:pt x="4833065" y="265129"/>
                  </a:lnTo>
                  <a:lnTo>
                    <a:pt x="4845822" y="308322"/>
                  </a:lnTo>
                  <a:lnTo>
                    <a:pt x="4853696" y="353395"/>
                  </a:lnTo>
                  <a:lnTo>
                    <a:pt x="4856387" y="400049"/>
                  </a:lnTo>
                  <a:lnTo>
                    <a:pt x="4856387" y="6727378"/>
                  </a:lnTo>
                  <a:lnTo>
                    <a:pt x="4853696" y="6774032"/>
                  </a:lnTo>
                  <a:lnTo>
                    <a:pt x="4845822" y="6819106"/>
                  </a:lnTo>
                  <a:lnTo>
                    <a:pt x="4833065" y="6862298"/>
                  </a:lnTo>
                  <a:lnTo>
                    <a:pt x="4815726" y="6903310"/>
                  </a:lnTo>
                  <a:lnTo>
                    <a:pt x="4794104" y="6941840"/>
                  </a:lnTo>
                  <a:lnTo>
                    <a:pt x="4768501" y="6977589"/>
                  </a:lnTo>
                  <a:lnTo>
                    <a:pt x="4739215" y="7010256"/>
                  </a:lnTo>
                  <a:lnTo>
                    <a:pt x="4706548" y="7039542"/>
                  </a:lnTo>
                  <a:lnTo>
                    <a:pt x="4670799" y="7065146"/>
                  </a:lnTo>
                  <a:lnTo>
                    <a:pt x="4632269" y="7086767"/>
                  </a:lnTo>
                  <a:lnTo>
                    <a:pt x="4591258" y="7104106"/>
                  </a:lnTo>
                  <a:lnTo>
                    <a:pt x="4548065" y="7116863"/>
                  </a:lnTo>
                  <a:lnTo>
                    <a:pt x="4502992" y="7124737"/>
                  </a:lnTo>
                  <a:lnTo>
                    <a:pt x="4456337" y="7127429"/>
                  </a:lnTo>
                  <a:close/>
                </a:path>
              </a:pathLst>
            </a:custGeom>
            <a:solidFill>
              <a:srgbClr val="F49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608247" y="2039958"/>
              <a:ext cx="4330423" cy="67599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697417"/>
            <a:ext cx="14723744" cy="589915"/>
          </a:xfrm>
          <a:custGeom>
            <a:avLst/>
            <a:gdLst/>
            <a:ahLst/>
            <a:cxnLst/>
            <a:rect l="l" t="t" r="r" b="b"/>
            <a:pathLst>
              <a:path w="14723744" h="589915">
                <a:moveTo>
                  <a:pt x="0" y="0"/>
                </a:moveTo>
                <a:lnTo>
                  <a:pt x="14723373" y="0"/>
                </a:lnTo>
                <a:lnTo>
                  <a:pt x="14723373" y="589582"/>
                </a:lnTo>
                <a:lnTo>
                  <a:pt x="0" y="589582"/>
                </a:lnTo>
                <a:lnTo>
                  <a:pt x="0" y="0"/>
                </a:lnTo>
                <a:close/>
              </a:path>
            </a:pathLst>
          </a:custGeom>
          <a:solidFill>
            <a:srgbClr val="CB4E0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4422555" y="6474952"/>
            <a:ext cx="3865879" cy="3812540"/>
            <a:chOff x="14422555" y="6474952"/>
            <a:chExt cx="3865879" cy="3812540"/>
          </a:xfrm>
        </p:grpSpPr>
        <p:sp>
          <p:nvSpPr>
            <p:cNvPr id="4" name="object 4"/>
            <p:cNvSpPr/>
            <p:nvPr/>
          </p:nvSpPr>
          <p:spPr>
            <a:xfrm>
              <a:off x="16068360" y="7663166"/>
              <a:ext cx="2219960" cy="2624455"/>
            </a:xfrm>
            <a:custGeom>
              <a:avLst/>
              <a:gdLst/>
              <a:ahLst/>
              <a:cxnLst/>
              <a:rect l="l" t="t" r="r" b="b"/>
              <a:pathLst>
                <a:path w="2219959" h="2624454">
                  <a:moveTo>
                    <a:pt x="0" y="1748448"/>
                  </a:moveTo>
                  <a:lnTo>
                    <a:pt x="875385" y="2623833"/>
                  </a:lnTo>
                  <a:lnTo>
                    <a:pt x="2219639" y="2623833"/>
                  </a:lnTo>
                  <a:lnTo>
                    <a:pt x="2219639" y="471191"/>
                  </a:lnTo>
                  <a:lnTo>
                    <a:pt x="1748448" y="0"/>
                  </a:lnTo>
                  <a:lnTo>
                    <a:pt x="0" y="1748448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503537" y="7746425"/>
              <a:ext cx="2784475" cy="2540635"/>
            </a:xfrm>
            <a:custGeom>
              <a:avLst/>
              <a:gdLst/>
              <a:ahLst/>
              <a:cxnLst/>
              <a:rect l="l" t="t" r="r" b="b"/>
              <a:pathLst>
                <a:path w="2784475" h="2540634">
                  <a:moveTo>
                    <a:pt x="2179045" y="605417"/>
                  </a:moveTo>
                  <a:lnTo>
                    <a:pt x="2784462" y="1210834"/>
                  </a:lnTo>
                  <a:lnTo>
                    <a:pt x="2784462" y="0"/>
                  </a:lnTo>
                  <a:lnTo>
                    <a:pt x="2179045" y="605417"/>
                  </a:lnTo>
                  <a:close/>
                </a:path>
                <a:path w="2784475" h="2540634">
                  <a:moveTo>
                    <a:pt x="0" y="2540574"/>
                  </a:moveTo>
                  <a:lnTo>
                    <a:pt x="1919211" y="2540574"/>
                  </a:lnTo>
                  <a:lnTo>
                    <a:pt x="959605" y="1580969"/>
                  </a:lnTo>
                  <a:lnTo>
                    <a:pt x="0" y="2540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708824" y="9544086"/>
              <a:ext cx="1508760" cy="742950"/>
            </a:xfrm>
            <a:custGeom>
              <a:avLst/>
              <a:gdLst/>
              <a:ahLst/>
              <a:cxnLst/>
              <a:rect l="l" t="t" r="r" b="b"/>
              <a:pathLst>
                <a:path w="1508759" h="742950">
                  <a:moveTo>
                    <a:pt x="0" y="742913"/>
                  </a:moveTo>
                  <a:lnTo>
                    <a:pt x="76324" y="742913"/>
                  </a:lnTo>
                  <a:lnTo>
                    <a:pt x="753441" y="65797"/>
                  </a:lnTo>
                  <a:lnTo>
                    <a:pt x="1431191" y="742913"/>
                  </a:lnTo>
                  <a:lnTo>
                    <a:pt x="1508637" y="742913"/>
                  </a:lnTo>
                  <a:lnTo>
                    <a:pt x="773619" y="7895"/>
                  </a:lnTo>
                  <a:lnTo>
                    <a:pt x="764626" y="1973"/>
                  </a:lnTo>
                  <a:lnTo>
                    <a:pt x="754318" y="0"/>
                  </a:lnTo>
                  <a:lnTo>
                    <a:pt x="744010" y="1973"/>
                  </a:lnTo>
                  <a:lnTo>
                    <a:pt x="735018" y="7895"/>
                  </a:lnTo>
                  <a:lnTo>
                    <a:pt x="0" y="742913"/>
                  </a:lnTo>
                  <a:close/>
                </a:path>
              </a:pathLst>
            </a:custGeom>
            <a:solidFill>
              <a:srgbClr val="FB54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422555" y="6474952"/>
              <a:ext cx="3865879" cy="3812540"/>
            </a:xfrm>
            <a:custGeom>
              <a:avLst/>
              <a:gdLst/>
              <a:ahLst/>
              <a:cxnLst/>
              <a:rect l="l" t="t" r="r" b="b"/>
              <a:pathLst>
                <a:path w="3865880" h="3812540">
                  <a:moveTo>
                    <a:pt x="3158261" y="706578"/>
                  </a:moveTo>
                  <a:lnTo>
                    <a:pt x="3865444" y="1413762"/>
                  </a:lnTo>
                  <a:lnTo>
                    <a:pt x="3865444" y="0"/>
                  </a:lnTo>
                  <a:lnTo>
                    <a:pt x="3158261" y="706578"/>
                  </a:lnTo>
                  <a:close/>
                </a:path>
                <a:path w="3865880" h="3812540">
                  <a:moveTo>
                    <a:pt x="2554682" y="3103293"/>
                  </a:moveTo>
                  <a:lnTo>
                    <a:pt x="2554682" y="3179672"/>
                  </a:lnTo>
                  <a:lnTo>
                    <a:pt x="3441627" y="2292727"/>
                  </a:lnTo>
                  <a:lnTo>
                    <a:pt x="3865444" y="2716544"/>
                  </a:lnTo>
                  <a:lnTo>
                    <a:pt x="3865444" y="2639342"/>
                  </a:lnTo>
                  <a:lnTo>
                    <a:pt x="3460927" y="2234825"/>
                  </a:lnTo>
                  <a:lnTo>
                    <a:pt x="3451935" y="2228904"/>
                  </a:lnTo>
                  <a:lnTo>
                    <a:pt x="3441627" y="2226930"/>
                  </a:lnTo>
                  <a:lnTo>
                    <a:pt x="3431319" y="2228904"/>
                  </a:lnTo>
                  <a:lnTo>
                    <a:pt x="3422326" y="2234825"/>
                  </a:lnTo>
                  <a:lnTo>
                    <a:pt x="2554682" y="3103293"/>
                  </a:lnTo>
                  <a:close/>
                </a:path>
                <a:path w="3865880" h="3812540">
                  <a:moveTo>
                    <a:pt x="2489762" y="3179672"/>
                  </a:moveTo>
                  <a:lnTo>
                    <a:pt x="2491736" y="3189980"/>
                  </a:lnTo>
                  <a:lnTo>
                    <a:pt x="2497658" y="3198972"/>
                  </a:lnTo>
                  <a:lnTo>
                    <a:pt x="3110732" y="3812047"/>
                  </a:lnTo>
                  <a:lnTo>
                    <a:pt x="3187056" y="3812047"/>
                  </a:lnTo>
                  <a:lnTo>
                    <a:pt x="2554682" y="3179672"/>
                  </a:lnTo>
                  <a:lnTo>
                    <a:pt x="2554682" y="3103293"/>
                  </a:lnTo>
                  <a:lnTo>
                    <a:pt x="2497658" y="3160371"/>
                  </a:lnTo>
                  <a:lnTo>
                    <a:pt x="2491736" y="3169364"/>
                  </a:lnTo>
                  <a:lnTo>
                    <a:pt x="2489762" y="3179672"/>
                  </a:lnTo>
                  <a:close/>
                </a:path>
                <a:path w="3865880" h="3812540">
                  <a:moveTo>
                    <a:pt x="0" y="3472688"/>
                  </a:moveTo>
                  <a:lnTo>
                    <a:pt x="0" y="3812047"/>
                  </a:lnTo>
                  <a:lnTo>
                    <a:pt x="1155552" y="3812047"/>
                  </a:lnTo>
                  <a:lnTo>
                    <a:pt x="1731779" y="3235819"/>
                  </a:lnTo>
                  <a:lnTo>
                    <a:pt x="984324" y="2488364"/>
                  </a:lnTo>
                  <a:lnTo>
                    <a:pt x="0" y="3472688"/>
                  </a:lnTo>
                  <a:close/>
                </a:path>
              </a:pathLst>
            </a:custGeom>
            <a:solidFill>
              <a:srgbClr val="CB4E0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91200" cy="9042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116" y="0"/>
            <a:ext cx="2200274" cy="16259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06626" y="0"/>
            <a:ext cx="1381124" cy="113064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1130887"/>
            <a:ext cx="18201640" cy="8562975"/>
            <a:chOff x="0" y="1130887"/>
            <a:chExt cx="18201640" cy="856297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73267" y="1130887"/>
              <a:ext cx="13731857" cy="54307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130887"/>
              <a:ext cx="3035068" cy="5036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134470" y="1130887"/>
              <a:ext cx="3067049" cy="50363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700" y="1501549"/>
              <a:ext cx="16230599" cy="81914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491" y="1501549"/>
              <a:ext cx="1304924" cy="876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97492" y="8426925"/>
              <a:ext cx="5210174" cy="12668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DHARANYA S VLSI</dc:creator>
  <cp:keywords>DAHHmKsA1v4,BAHDpBC5slg,0</cp:keywords>
  <dc:title>Copy of Nirmith - Hackathon(Hardware)</dc:title>
  <dcterms:created xsi:type="dcterms:W3CDTF">2026-04-29T02:48:18Z</dcterms:created>
  <dcterms:modified xsi:type="dcterms:W3CDTF">2026-04-29T02:48:18Z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2026-04-29T00:00:00Z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